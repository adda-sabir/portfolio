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0"/>
  </p:notesMasterIdLst>
  <p:sldIdLst>
    <p:sldId id="256" r:id="rId2"/>
    <p:sldId id="269" r:id="rId3"/>
    <p:sldId id="259" r:id="rId4"/>
    <p:sldId id="258" r:id="rId5"/>
    <p:sldId id="278" r:id="rId6"/>
    <p:sldId id="267" r:id="rId7"/>
    <p:sldId id="268" r:id="rId8"/>
    <p:sldId id="265" r:id="rId9"/>
    <p:sldId id="261" r:id="rId10"/>
    <p:sldId id="270" r:id="rId11"/>
    <p:sldId id="275" r:id="rId12"/>
    <p:sldId id="271" r:id="rId13"/>
    <p:sldId id="272" r:id="rId14"/>
    <p:sldId id="276" r:id="rId15"/>
    <p:sldId id="262" r:id="rId16"/>
    <p:sldId id="277" r:id="rId17"/>
    <p:sldId id="263" r:id="rId18"/>
    <p:sldId id="264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26E8DB-ABD9-4ECF-9BDF-58D1B335CB8D}" v="1" dt="2025-04-08T17:58:22.5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ir Adda" userId="a70e973c-9168-4dfd-b916-5c3d76174f23" providerId="ADAL" clId="{FD26E8DB-ABD9-4ECF-9BDF-58D1B335CB8D}"/>
    <pc:docChg chg="undo custSel modSld">
      <pc:chgData name="Sabir Adda" userId="a70e973c-9168-4dfd-b916-5c3d76174f23" providerId="ADAL" clId="{FD26E8DB-ABD9-4ECF-9BDF-58D1B335CB8D}" dt="2025-04-08T18:05:47.403" v="152" actId="1076"/>
      <pc:docMkLst>
        <pc:docMk/>
      </pc:docMkLst>
      <pc:sldChg chg="addSp delSp modSp mod">
        <pc:chgData name="Sabir Adda" userId="a70e973c-9168-4dfd-b916-5c3d76174f23" providerId="ADAL" clId="{FD26E8DB-ABD9-4ECF-9BDF-58D1B335CB8D}" dt="2025-04-08T17:58:56.693" v="26" actId="27636"/>
        <pc:sldMkLst>
          <pc:docMk/>
          <pc:sldMk cId="2684327247" sldId="256"/>
        </pc:sldMkLst>
        <pc:spChg chg="mod">
          <ac:chgData name="Sabir Adda" userId="a70e973c-9168-4dfd-b916-5c3d76174f23" providerId="ADAL" clId="{FD26E8DB-ABD9-4ECF-9BDF-58D1B335CB8D}" dt="2025-04-08T17:57:55.099" v="10" actId="1076"/>
          <ac:spMkLst>
            <pc:docMk/>
            <pc:sldMk cId="2684327247" sldId="256"/>
            <ac:spMk id="2" creationId="{AE7BC2A4-E810-6A4C-658C-E0A0F211DFD2}"/>
          </ac:spMkLst>
        </pc:spChg>
        <pc:spChg chg="mod">
          <ac:chgData name="Sabir Adda" userId="a70e973c-9168-4dfd-b916-5c3d76174f23" providerId="ADAL" clId="{FD26E8DB-ABD9-4ECF-9BDF-58D1B335CB8D}" dt="2025-04-08T17:58:56.693" v="26" actId="27636"/>
          <ac:spMkLst>
            <pc:docMk/>
            <pc:sldMk cId="2684327247" sldId="256"/>
            <ac:spMk id="3" creationId="{CB5AF60C-3A96-BC32-B055-2B29D17C6109}"/>
          </ac:spMkLst>
        </pc:spChg>
        <pc:spChg chg="mod">
          <ac:chgData name="Sabir Adda" userId="a70e973c-9168-4dfd-b916-5c3d76174f23" providerId="ADAL" clId="{FD26E8DB-ABD9-4ECF-9BDF-58D1B335CB8D}" dt="2025-04-08T17:58:48.732" v="19" actId="20577"/>
          <ac:spMkLst>
            <pc:docMk/>
            <pc:sldMk cId="2684327247" sldId="256"/>
            <ac:spMk id="6" creationId="{FD5931C7-153B-7160-9237-F879247DA864}"/>
          </ac:spMkLst>
        </pc:spChg>
        <pc:picChg chg="del">
          <ac:chgData name="Sabir Adda" userId="a70e973c-9168-4dfd-b916-5c3d76174f23" providerId="ADAL" clId="{FD26E8DB-ABD9-4ECF-9BDF-58D1B335CB8D}" dt="2025-04-08T17:58:19.611" v="11" actId="478"/>
          <ac:picMkLst>
            <pc:docMk/>
            <pc:sldMk cId="2684327247" sldId="256"/>
            <ac:picMk id="5" creationId="{3C6B938C-AC94-4707-FB91-A26D2374B588}"/>
          </ac:picMkLst>
        </pc:picChg>
        <pc:picChg chg="add mod">
          <ac:chgData name="Sabir Adda" userId="a70e973c-9168-4dfd-b916-5c3d76174f23" providerId="ADAL" clId="{FD26E8DB-ABD9-4ECF-9BDF-58D1B335CB8D}" dt="2025-04-08T17:58:27.872" v="17" actId="1076"/>
          <ac:picMkLst>
            <pc:docMk/>
            <pc:sldMk cId="2684327247" sldId="256"/>
            <ac:picMk id="8" creationId="{4F5F8954-CA45-F64D-6CD7-1FD3A5DE8FB1}"/>
          </ac:picMkLst>
        </pc:picChg>
      </pc:sldChg>
      <pc:sldChg chg="delSp modSp mod">
        <pc:chgData name="Sabir Adda" userId="a70e973c-9168-4dfd-b916-5c3d76174f23" providerId="ADAL" clId="{FD26E8DB-ABD9-4ECF-9BDF-58D1B335CB8D}" dt="2025-04-08T18:04:33.218" v="94" actId="1076"/>
        <pc:sldMkLst>
          <pc:docMk/>
          <pc:sldMk cId="3909344425" sldId="267"/>
        </pc:sldMkLst>
        <pc:spChg chg="del mod">
          <ac:chgData name="Sabir Adda" userId="a70e973c-9168-4dfd-b916-5c3d76174f23" providerId="ADAL" clId="{FD26E8DB-ABD9-4ECF-9BDF-58D1B335CB8D}" dt="2025-04-08T17:59:41.667" v="31" actId="478"/>
          <ac:spMkLst>
            <pc:docMk/>
            <pc:sldMk cId="3909344425" sldId="267"/>
            <ac:spMk id="3" creationId="{F664D872-53C5-A966-C0CB-CB49644E7595}"/>
          </ac:spMkLst>
        </pc:spChg>
        <pc:spChg chg="mod">
          <ac:chgData name="Sabir Adda" userId="a70e973c-9168-4dfd-b916-5c3d76174f23" providerId="ADAL" clId="{FD26E8DB-ABD9-4ECF-9BDF-58D1B335CB8D}" dt="2025-04-08T18:04:33.218" v="94" actId="1076"/>
          <ac:spMkLst>
            <pc:docMk/>
            <pc:sldMk cId="3909344425" sldId="267"/>
            <ac:spMk id="6" creationId="{959452BA-D459-396A-D07F-581810D66E1C}"/>
          </ac:spMkLst>
        </pc:spChg>
        <pc:picChg chg="mod">
          <ac:chgData name="Sabir Adda" userId="a70e973c-9168-4dfd-b916-5c3d76174f23" providerId="ADAL" clId="{FD26E8DB-ABD9-4ECF-9BDF-58D1B335CB8D}" dt="2025-04-08T17:59:51.698" v="34" actId="14100"/>
          <ac:picMkLst>
            <pc:docMk/>
            <pc:sldMk cId="3909344425" sldId="267"/>
            <ac:picMk id="8" creationId="{997B6608-559E-B121-9C98-33C455BEA228}"/>
          </ac:picMkLst>
        </pc:picChg>
        <pc:picChg chg="mod">
          <ac:chgData name="Sabir Adda" userId="a70e973c-9168-4dfd-b916-5c3d76174f23" providerId="ADAL" clId="{FD26E8DB-ABD9-4ECF-9BDF-58D1B335CB8D}" dt="2025-04-08T17:59:46.079" v="32" actId="14100"/>
          <ac:picMkLst>
            <pc:docMk/>
            <pc:sldMk cId="3909344425" sldId="267"/>
            <ac:picMk id="10" creationId="{2B542BEC-FA12-6FC4-7888-A63E3CA74A7F}"/>
          </ac:picMkLst>
        </pc:picChg>
      </pc:sldChg>
      <pc:sldChg chg="delSp modSp mod">
        <pc:chgData name="Sabir Adda" userId="a70e973c-9168-4dfd-b916-5c3d76174f23" providerId="ADAL" clId="{FD26E8DB-ABD9-4ECF-9BDF-58D1B335CB8D}" dt="2025-04-08T18:05:47.403" v="152" actId="1076"/>
        <pc:sldMkLst>
          <pc:docMk/>
          <pc:sldMk cId="4095023288" sldId="268"/>
        </pc:sldMkLst>
        <pc:spChg chg="del">
          <ac:chgData name="Sabir Adda" userId="a70e973c-9168-4dfd-b916-5c3d76174f23" providerId="ADAL" clId="{FD26E8DB-ABD9-4ECF-9BDF-58D1B335CB8D}" dt="2025-04-08T18:05:30.033" v="149" actId="478"/>
          <ac:spMkLst>
            <pc:docMk/>
            <pc:sldMk cId="4095023288" sldId="268"/>
            <ac:spMk id="3" creationId="{AC2443AE-164D-4A34-9902-A3D75F141686}"/>
          </ac:spMkLst>
        </pc:spChg>
        <pc:spChg chg="mod">
          <ac:chgData name="Sabir Adda" userId="a70e973c-9168-4dfd-b916-5c3d76174f23" providerId="ADAL" clId="{FD26E8DB-ABD9-4ECF-9BDF-58D1B335CB8D}" dt="2025-04-08T18:05:36.816" v="150" actId="1076"/>
          <ac:spMkLst>
            <pc:docMk/>
            <pc:sldMk cId="4095023288" sldId="268"/>
            <ac:spMk id="6" creationId="{FA49B876-E580-499F-2388-EA66A3B3FCF1}"/>
          </ac:spMkLst>
        </pc:spChg>
        <pc:picChg chg="mod">
          <ac:chgData name="Sabir Adda" userId="a70e973c-9168-4dfd-b916-5c3d76174f23" providerId="ADAL" clId="{FD26E8DB-ABD9-4ECF-9BDF-58D1B335CB8D}" dt="2025-04-08T18:05:47.403" v="152" actId="1076"/>
          <ac:picMkLst>
            <pc:docMk/>
            <pc:sldMk cId="4095023288" sldId="268"/>
            <ac:picMk id="7" creationId="{0557DA77-FA4D-5220-1775-2C284F781EAE}"/>
          </ac:picMkLst>
        </pc:picChg>
      </pc:sldChg>
      <pc:sldChg chg="modSp mod">
        <pc:chgData name="Sabir Adda" userId="a70e973c-9168-4dfd-b916-5c3d76174f23" providerId="ADAL" clId="{FD26E8DB-ABD9-4ECF-9BDF-58D1B335CB8D}" dt="2025-04-08T17:55:48.161" v="4" actId="1076"/>
        <pc:sldMkLst>
          <pc:docMk/>
          <pc:sldMk cId="3067228696" sldId="269"/>
        </pc:sldMkLst>
        <pc:spChg chg="mod">
          <ac:chgData name="Sabir Adda" userId="a70e973c-9168-4dfd-b916-5c3d76174f23" providerId="ADAL" clId="{FD26E8DB-ABD9-4ECF-9BDF-58D1B335CB8D}" dt="2025-04-08T17:55:48.161" v="4" actId="1076"/>
          <ac:spMkLst>
            <pc:docMk/>
            <pc:sldMk cId="3067228696" sldId="269"/>
            <ac:spMk id="2" creationId="{B556BD07-EBB7-2C0F-7FD2-3202872E5A6D}"/>
          </ac:spMkLst>
        </pc:spChg>
      </pc:sldChg>
      <pc:sldChg chg="modSp mod">
        <pc:chgData name="Sabir Adda" userId="a70e973c-9168-4dfd-b916-5c3d76174f23" providerId="ADAL" clId="{FD26E8DB-ABD9-4ECF-9BDF-58D1B335CB8D}" dt="2025-04-08T17:59:26.393" v="29" actId="1076"/>
        <pc:sldMkLst>
          <pc:docMk/>
          <pc:sldMk cId="1406868493" sldId="278"/>
        </pc:sldMkLst>
        <pc:spChg chg="mod">
          <ac:chgData name="Sabir Adda" userId="a70e973c-9168-4dfd-b916-5c3d76174f23" providerId="ADAL" clId="{FD26E8DB-ABD9-4ECF-9BDF-58D1B335CB8D}" dt="2025-04-08T17:59:21.059" v="28" actId="122"/>
          <ac:spMkLst>
            <pc:docMk/>
            <pc:sldMk cId="1406868493" sldId="278"/>
            <ac:spMk id="2" creationId="{E4036439-EE56-C06C-4280-76E7801F3FAB}"/>
          </ac:spMkLst>
        </pc:spChg>
        <pc:picChg chg="mod">
          <ac:chgData name="Sabir Adda" userId="a70e973c-9168-4dfd-b916-5c3d76174f23" providerId="ADAL" clId="{FD26E8DB-ABD9-4ECF-9BDF-58D1B335CB8D}" dt="2025-04-08T17:59:26.393" v="29" actId="1076"/>
          <ac:picMkLst>
            <pc:docMk/>
            <pc:sldMk cId="1406868493" sldId="278"/>
            <ac:picMk id="6" creationId="{0183FD62-3AE0-328B-1294-0B19768E3891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17:37:16.83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09:32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28862 14213 16383 0 0,'-3'0'0'0'0,"-2"-3"0"0"0,-4 0 0 0 0,1-2 0 0 0,-2-1 0 0 0,0-1 0 0 0,-2 1 0 0 0,0-2 0 0 0,-2 1 0 0 0,1 0 0 0 0,-1 0 0 0 0,2 0 0 0 0,1 0 0 0 0,3 0 0 0 0,-1 0 0 0 0,0 2 0 0 0,1 0 0 0 0,0 0 0 0 0,-2-2 0 0 0,-1-1 0 0 0,-1 1 0 0 0,2-2 0 0 0,0 2 0 0 0,-1 1 0 0 0,2 0 0 0 0,-1 1 0 0 0,0-2 0 0 0,-1 1 0 0 0,2 0 0 0 0,-1-1 0 0 0,2 0 0 0 0,0 1 0 0 0,1-2 0 0 0,0 2 0 0 0,-2 1 0 0 0,-1-1 0 0 0,-2-1 0 0 0,0-3 0 0 0,-2 2 0 0 0,3-2 0 0 0,0 2 0 0 0,0 2 0 0 0,2 0 0 0 0,-1 1 0 0 0,3-2 0 0 0,-1 2 0 0 0,-1-2 0 0 0,-1 1 0 0 0,1-2 0 0 0,-1 2 0 0 0,0 1 0 0 0,1-1 0 0 0,0 1 0 0 0,-1 1 0 0 0,1-1 0 0 0,0 0 0 0 0,1-1 0 0 0,1 1 0 0 0,0-2 0 0 0,0 0 0 0 0,0 0 0 0 0,0 0 0 0 0,1 0 0 0 0,-2 0 0 0 0,0 2 0 0 0,0 0 0 0 0,-1 0 0 0 0,2-2 0 0 0,-1 2 0 0 0,1-2 0 0 0,-1 0 0 0 0,-1 0 0 0 0,-1 1 0 0 0,-2-2 0 0 0,2-1 0 0 0,0 1 0 0 0,-1 0 0 0 0,-1 0 0 0 0,2 0 0 0 0,0 1 0 0 0,2 0 0 0 0,0 0 0 0 0,1 0 0 0 0,0 1 0 0 0,1-2 0 0 0,-1 2 0 0 0,0-1 0 0 0,0 0 0 0 0,1 0 0 0 0,-1-2 0 0 0,0-1 0 0 0,0 0 0 0 0,1 1 0 0 0,-2-2 0 0 0,2 0 0 0 0,-2 1 0 0 0,2 0 0 0 0,1-1 0 0 0,2 0 0 0 0,-2-1 0 0 0,1-1 0 0 0,1 0 0 0 0,-2 1 0 0 0,1 2 0 0 0,-2 1 0 0 0,0 1 0 0 0,1-2 0 0 0,0 2 0 0 0,0 0 0 0 0,1-2 0 0 0,1 0 0 0 0,1-2 0 0 0,-1 1 0 0 0,-1 1 0 0 0,1-1 0 0 0,1 0 0 0 0,1-2 0 0 0,-2 0 0 0 0,-1 0 0 0 0,1-1 0 0 0,1 0 0 0 0,-2 3 0 0 0,0 0 0 0 0,0 0 0 0 0,2 0 0 0 0,0-1 0 0 0,1-1 0 0 0,-1 2 0 0 0,-2 1 0 0 0,2-1 0 0 0,-1-1 0 0 0,2 0 0 0 0,0-1 0 0 0,0 0 0 0 0,1 0 0 0 0,0-1 0 0 0,0 0 0 0 0,1 0 0 0 0,-1 0 0 0 0,0 0 0 0 0,0 0 0 0 0,0 1 0 0 0,0-1 0 0 0,0 0 0 0 0,0 0 0 0 0,0 1 0 0 0,0-1 0 0 0,0 0 0 0 0,0 0 0 0 0,0 1 0 0 0,0-1 0 0 0,0 0 0 0 0,0 1 0 0 0,0-1 0 0 0,0 0 0 0 0,0 0 0 0 0,0 1 0 0 0,0-1 0 0 0,0 0 0 0 0,0 0 0 0 0,0 1 0 0 0,0-1 0 0 0,0 0 0 0 0,0 0 0 0 0,0 1 0 0 0,2-1 0 0 0,4 0 0 0 0,0 0 0 0 0,-1 1 0 0 0,-1-1 0 0 0,-1 0 0 0 0,-1 0 0 0 0,1 3 0 0 0,0 0 0 0 0,0 1 0 0 0,-1-2 0 0 0,-1 0 0 0 0,0-1 0 0 0,0 0 0 0 0,1 2 0 0 0,1 0 0 0 0,0 1 0 0 0,-1-2 0 0 0,2 2 0 0 0,0 1 0 0 0,0-2 0 0 0,1 2 0 0 0,-1 0 0 0 0,0 0 0 0 0,-1-2 0 0 0,-1-1 0 0 0,-1-1 0 0 0,2 2 0 0 0,0 0 0 0 0,0 0 0 0 0,1 0 0 0 0,1-1 0 0 0,-1-1 0 0 0,-2-1 0 0 0,3 1 0 0 0,-1-1 0 0 0,-1 0 0 0 0,0 0 0 0 0,-2 0 0 0 0,0 1 0 0 0,-1-1 0 0 0,3 2 0 0 0,0 2 0 0 0,0-1 0 0 0,-1 0 0 0 0,-1-1 0 0 0,3 1 0 0 0,-1 1 0 0 0,0 0 0 0 0,2 1 0 0 0,0 0 0 0 0,-1-1 0 0 0,1 1 0 0 0,0 0 0 0 0,-1-1 0 0 0,-1 0 0 0 0,1 0 0 0 0,0 0 0 0 0,1 2 0 0 0,1 0 0 0 0,1 1 0 0 0,-1 0 0 0 0,1 0 0 0 0,0 0 0 0 0,-2-2 0 0 0,1 1 0 0 0,-1 0 0 0 0,1 0 0 0 0,3 3 0 0 0,1 1 0 0 0,-1 0 0 0 0,0-3 0 0 0,2 1 0 0 0,-2-2 0 0 0,0 1 0 0 0,2 0 0 0 0,0 0 0 0 0,1 2 0 0 0,-2-1 0 0 0,1 1 0 0 0,-3-2 0 0 0,0 2 0 0 0,2 0 0 0 0,0 0 0 0 0,2 0 0 0 0,0-2 0 0 0,2 1 0 0 0,-1 2 0 0 0,1-2 0 0 0,0 1 0 0 0,0-1 0 0 0,0 0 0 0 0,0-1 0 0 0,0 1 0 0 0,0 1 0 0 0,-1-1 0 0 0,1 1 0 0 0,0 1 0 0 0,0 1 0 0 0,-1-1 0 0 0,1 0 0 0 0,0 1 0 0 0,-3-2 0 0 0,0 1 0 0 0,0 0 0 0 0,0-1 0 0 0,1 0 0 0 0,1 1 0 0 0,0 1 0 0 0,0-1 0 0 0,1 0 0 0 0,0 1 0 0 0,0 0 0 0 0,0 2 0 0 0,0 0 0 0 0,-1 1 0 0 0,1 0 0 0 0,-2-3 0 0 0,-2 1 0 0 0,1-1 0 0 0,0 1 0 0 0,1 0 0 0 0,1 1 0 0 0,0 0 0 0 0,1 1 0 0 0,-1 0 0 0 0,1 0 0 0 0,0 0 0 0 0,0 1 0 0 0,0-1 0 0 0,0 0 0 0 0,0 0 0 0 0,-1 0 0 0 0,1 0 0 0 0,0 0 0 0 0,0 0 0 0 0,-1 0 0 0 0,1 0 0 0 0,0 0 0 0 0,0 0 0 0 0,-1 0 0 0 0,1 0 0 0 0,0 0 0 0 0,-1 0 0 0 0,1 0 0 0 0,0 2 0 0 0,0 1 0 0 0,-1 0 0 0 0,1 2 0 0 0,0 0 0 0 0,0-1 0 0 0,-1-1 0 0 0,1 1 0 0 0,0 0 0 0 0,0 0 0 0 0,-1-2 0 0 0,1 0 0 0 0,0-2 0 0 0,-3 3 0 0 0,0 0 0 0 0,0 0 0 0 0,0-1 0 0 0,-1 2 0 0 0,-1 0 0 0 0,2 0 0 0 0,0-2 0 0 0,1 0 0 0 0,1 1 0 0 0,0 1 0 0 0,1-1 0 0 0,-1-1 0 0 0,1 2 0 0 0,0 0 0 0 0,0 2 0 0 0,0-1 0 0 0,0 0 0 0 0,0-2 0 0 0,-1 2 0 0 0,1-1 0 0 0,0-1 0 0 0,0 2 0 0 0,-1 0 0 0 0,1-2 0 0 0,0 0 0 0 0,0 1 0 0 0,-1 0 0 0 0,1 2 0 0 0,0-1 0 0 0,0 0 0 0 0,-1-2 0 0 0,1 2 0 0 0,0-1 0 0 0,-3 2 0 0 0,0-1 0 0 0,0 0 0 0 0,0 0 0 0 0,1 0 0 0 0,1-1 0 0 0,0-1 0 0 0,-2 1 0 0 0,0 0 0 0 0,-3 2 0 0 0,1-1 0 0 0,-3 2 0 0 0,2-1 0 0 0,-2 2 0 0 0,1-2 0 0 0,-1 2 0 0 0,1-2 0 0 0,0 2 0 0 0,0-2 0 0 0,-1 2 0 0 0,1-2 0 0 0,0 1 0 0 0,0 0 0 0 0,0 0 0 0 0,0 0 0 0 0,-1 0 0 0 0,-1 2 0 0 0,1-1 0 0 0,-1 0 0 0 0,-1 2 0 0 0,1-1 0 0 0,0 0 0 0 0,1-1 0 0 0,0 0 0 0 0,-2 1 0 0 0,2-1 0 0 0,-1 1 0 0 0,-1 0 0 0 0,-1 2 0 0 0,1-1 0 0 0,0 0 0 0 0,1 0 0 0 0,1 2 0 0 0,-2 0 0 0 0,2-2 0 0 0,-1 1 0 0 0,-1-1 0 0 0,1 0 0 0 0,0-1 0 0 0,-1 1 0 0 0,1 0 0 0 0,0 2 0 0 0,-1 1 0 0 0,-2 0 0 0 0,2-1 0 0 0,0-1 0 0 0,0 0 0 0 0,0 0 0 0 0,1 1 0 0 0,-1 1 0 0 0,1-2 0 0 0,0 0 0 0 0,-1-1 0 0 0,1 2 0 0 0,0 0 0 0 0,-1 1 0 0 0,1 0 0 0 0,-1 1 0 0 0,0-1 0 0 0,-1 1 0 0 0,1-2 0 0 0,0-1 0 0 0,-1-1 0 0 0,2 2 0 0 0,0 0 0 0 0,-1 1 0 0 0,-2 0 0 0 0,2-2 0 0 0,0 0 0 0 0,0 0 0 0 0,1-2 0 0 0,-1 0 0 0 0,0 1 0 0 0,1-2 0 0 0,0 1 0 0 0,-1 1 0 0 0,-1 1 0 0 0,1-2 0 0 0,0 1 0 0 0,-1 0 0 0 0,2-1 0 0 0,0 0 0 0 0,1 1 0 0 0,-1 1 0 0 0,3 1 0 0 0,-2 1 0 0 0,-1 1 0 0 0,-1-1 0 0 0,-2 1 0 0 0,-1 0 0 0 0,1-2 0 0 0,1-2 0 0 0,0 1 0 0 0,2 1 0 0 0,-1 0 0 0 0,0 1 0 0 0,1-3 0 0 0,0 1 0 0 0,-1 0 0 0 0,-1 0 0 0 0,-1 1 0 0 0,-1 1 0 0 0,-1 0 0 0 0,0 1 0 0 0,0 0 0 0 0,0 0 0 0 0,-1-1 0 0 0,1 1 0 0 0,0 0 0 0 0,0 0 0 0 0,0 0 0 0 0,0 0 0 0 0,0-1 0 0 0,0 1 0 0 0,0 0 0 0 0,0 0 0 0 0,0-1 0 0 0,0 1 0 0 0,0 0 0 0 0,0-1 0 0 0,0 1 0 0 0,0 0 0 0 0,0 0 0 0 0,0-1 0 0 0,0 1 0 0 0,0 0 0 0 0,0 0 0 0 0,-2-3 0 0 0,-1 0 0 0 0,0 7 0 0 0,-2 2 0 0 0,0 1 0 0 0,1-1 0 0 0,1-2 0 0 0,1-1 0 0 0,1-2 0 0 0,1 0 0 0 0,0-1 0 0 0,-3-3 0 0 0,0-1 0 0 0,1 1 0 0 0,-1 0 0 0 0,2 1 0 0 0,-2-2 0 0 0,-1 0 0 0 0,1 1 0 0 0,0 0 0 0 0,-1-1 0 0 0,0-1 0 0 0,1 2 0 0 0,0 0 0 0 0,-1 1 0 0 0,0 1 0 0 0,1 0 0 0 0,-2-1 0 0 0,1-2 0 0 0,-3-1 0 0 0,2-1 0 0 0,0 2 0 0 0,-1-2 0 0 0,1 0 0 0 0,1 2 0 0 0,-1-2 0 0 0,0 1 0 0 0,1 1 0 0 0,-1-1 0 0 0,0-1 0 0 0,-1 0 0 0 0,0 0 0 0 0,-1-1 0 0 0,1 0 0 0 0,-1 2 0 0 0,0 1 0 0 0,2 2 0 0 0,-1-2 0 0 0,-1-2 0 0 0,0 0 0 0 0,-1-2 0 0 0,0 1 0 0 0,3 1 0 0 0,-1 0 0 0 0,1 0 0 0 0,-2-1 0 0 0,1 1 0 0 0,0-1 0 0 0,-1 0 0 0 0,2 2 0 0 0,0-1 0 0 0,0 1 0 0 0,-2-2 0 0 0,1 1 0 0 0,0-1 0 0 0,-1 1 0 0 0,0-2 0 0 0,0 1 0 0 0,0 2 0 0 0,1 1 0 0 0,-2 0 0 0 0,-1-3 0 0 0,1 0 0 0 0,0 0 0 0 0,0-1 0 0 0,0 3 0 0 0,-1 1 0 0 0,-2 1 0 0 0,0 2 0 0 0,-2 0 0 0 0,2 1 0 0 0,0-2 0 0 0,3-1 0 0 0,-1-3 0 0 0,2 1 0 0 0,0-2 0 0 0,-2-2 0 0 0,1 0 0 0 0,0 0 0 0 0,0 1 0 0 0,1-1 0 0 0,0 2 0 0 0,-1-1 0 0 0,2 2 0 0 0,-1-2 0 0 0,0 1 0 0 0,0 0 0 0 0,-2-2 0 0 0,1 1 0 0 0,0-1 0 0 0,0 1 0 0 0,3 2 0 0 0,-1 0 0 0 0,-2-2 0 0 0,-1-2 0 0 0,0 1 0 0 0,0 0 0 0 0,-2-2 0 0 0,2 2 0 0 0,0 0 0 0 0,1 1 0 0 0,0-1 0 0 0,-1 2 0 0 0,-1 0 0 0 0,-2-2 0 0 0,2 1 0 0 0,0-1 0 0 0,-1-1 0 0 0,-1-1 0 0 0,2 1 0 0 0,0 0 0 0 0,0-1 0 0 0,-1-1 0 0 0,1 2 0 0 0,0 0 0 0 0,2 1 0 0 0,0 1 0 0 0,-1-1 0 0 0,-2 0 0 0 0,0 0 0 0 0,-2-1 0 0 0,2 2 0 0 0,1-1 0 0 0,-1-2 0 0 0,-1 0 0 0 0,0-1 0 0 0,-1-1 0 0 0,0-1 0 0 0,-1 0 0 0 0,0 0 0 0 0,0 0 0 0 0,0-1 0 0 0,3 3 0 0 0,0 1 0 0 0,0 0 0 0 0,0 0 0 0 0,-1-2 0 0 0,-1 0 0 0 0,0 0 0 0 0,-1-1 0 0 0,1 0 0 0 0,-1 0 0 0 0,0 0 0 0 0,0 0 0 0 0,0 0 0 0 0,0 0 0 0 0,1 0 0 0 0,-1 0 0 0 0,0 0 0 0 0,0 0 0 0 0,1 0 0 0 0,-1 0 0 0 0,0 0 0 0 0,0 0 0 0 0,1 0 0 0 0,-1 0 0 0 0,0 0 0 0 0,0 0 0 0 0,3-3 0 0 0,0 0 0 0 0,1 0 0 0 0,-2 1 0 0 0,3-2 0 0 0,-1 0 0 0 0,0 0 0 0 0,-1 2 0 0 0,1-2 0 0 0,0-1 0 0 0,0 2 0 0 0,1-2 0 0 0,0 1 0 0 0,1-3 0 0 0,0 1 0 0 0,-1 2 0 0 0,1-2 0 0 0,0 1 0 0 0,-2 1 0 0 0,2-1 0 0 0,-1 0 0 0 0,1-1 0 0 0,0-2 0 0 0,1-3 0 0 0,0 2 0 0 0,-2 2 0 0 0,1-1 0 0 0,0 2 0 0 0,0-1 0 0 0,3-1 0 0 0,1-2 0 0 0,2-2 0 0 0,1 0 0 0 0,1-2 0 0 0,0 0 0 0 0,0 0 0 0 0,1 0 0 0 0,-3 3 0 0 0,-1 0 0 0 0,0 0 0 0 0,-2 2 0 0 0,0 0 0 0 0,1-1 0 0 0,-1 1 0 0 0,0 1 0 0 0,1 0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09:32.6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30470 16605 16383 0 0,'-3'0'0'0'0,"-2"0"0"0"0,-4 0 0 0 0,-1 0 0 0 0,-3 0 0 0 0,0 0 0 0 0,1-2 0 0 0,1-1 0 0 0,-1 0 0 0 0,0 1 0 0 0,2-2 0 0 0,0-1 0 0 0,0 0 0 0 0,-1-1 0 0 0,-1-1 0 0 0,-1-2 0 0 0,0 1 0 0 0,2-1 0 0 0,0 1 0 0 0,0 3 0 0 0,2-2 0 0 0,0 2 0 0 0,1-1 0 0 0,0 0 0 0 0,-1-1 0 0 0,-1 1 0 0 0,1-1 0 0 0,-1 0 0 0 0,0 2 0 0 0,-1 0 0 0 0,1-3 0 0 0,0 1 0 0 0,2-1 0 0 0,0 1 0 0 0,-2 2 0 0 0,2-2 0 0 0,0 2 0 0 0,-2-1 0 0 0,-1 0 0 0 0,1-1 0 0 0,1 1 0 0 0,-2-1 0 0 0,0-2 0 0 0,-1 1 0 0 0,1-1 0 0 0,1 1 0 0 0,-1 3 0 0 0,2-1 0 0 0,0 0 0 0 0,1 0 0 0 0,0 0 0 0 0,-1 2 0 0 0,1-2 0 0 0,0 1 0 0 0,1-1 0 0 0,-1 0 0 0 0,1-1 0 0 0,0 1 0 0 0,-2-1 0 0 0,-2 0 0 0 0,2 0 0 0 0,0 0 0 0 0,-2 2 0 0 0,2 0 0 0 0,0-1 0 0 0,1 0 0 0 0,0 0 0 0 0,-1 0 0 0 0,-1-1 0 0 0,0 0 0 0 0,1 1 0 0 0,-2 1 0 0 0,2-1 0 0 0,0 1 0 0 0,2-2 0 0 0,-1 1 0 0 0,-1 2 0 0 0,1-2 0 0 0,-1 1 0 0 0,-3-1 0 0 0,-2 0 0 0 0,1-1 0 0 0,1 1 0 0 0,0 1 0 0 0,2-1 0 0 0,0 1 0 0 0,0-1 0 0 0,-1 0 0 0 0,1-1 0 0 0,1 1 0 0 0,1-2 0 0 0,0 2 0 0 0,-1 1 0 0 0,0-1 0 0 0,1 1 0 0 0,1-1 0 0 0,-1 0 0 0 0,1-1 0 0 0,0 1 0 0 0,-2 1 0 0 0,1-1 0 0 0,-1 1 0 0 0,2-2 0 0 0,-1 2 0 0 0,1-2 0 0 0,0 0 0 0 0,0 0 0 0 0,0 1 0 0 0,1-2 0 0 0,-2 2 0 0 0,2-2 0 0 0,-1 2 0 0 0,0-1 0 0 0,2-2 0 0 0,2-2 0 0 0,-1 2 0 0 0,0-1 0 0 0,0 0 0 0 0,2-2 0 0 0,1 0 0 0 0,-2-1 0 0 0,-1 0 0 0 0,1-1 0 0 0,1 0 0 0 0,1 0 0 0 0,0 0 0 0 0,0 0 0 0 0,3 3 0 0 0,2 0 0 0 0,1 2 0 0 0,1 1 0 0 0,-1-1 0 0 0,0-1 0 0 0,1-2 0 0 0,0 2 0 0 0,1 0 0 0 0,0 2 0 0 0,-1-1 0 0 0,1 3 0 0 0,0-2 0 0 0,-2-1 0 0 0,1 1 0 0 0,-1 0 0 0 0,1 1 0 0 0,0-1 0 0 0,1 1 0 0 0,1 0 0 0 0,3-2 0 0 0,1 1 0 0 0,-2-1 0 0 0,1 2 0 0 0,-3-1 0 0 0,1 1 0 0 0,-2 0 0 0 0,0 0 0 0 0,2 2 0 0 0,-1 0 0 0 0,0 0 0 0 0,0-2 0 0 0,0 2 0 0 0,-2-2 0 0 0,2 1 0 0 0,-2-2 0 0 0,1 2 0 0 0,2 1 0 0 0,1-1 0 0 0,2 1 0 0 0,-1-1 0 0 0,-1 0 0 0 0,1 1 0 0 0,-2 0 0 0 0,0 0 0 0 0,1 1 0 0 0,1 1 0 0 0,-1-1 0 0 0,0 0 0 0 0,0 1 0 0 0,1 0 0 0 0,1 2 0 0 0,-1-2 0 0 0,-1-1 0 0 0,1 1 0 0 0,0 1 0 0 0,-1-2 0 0 0,0 0 0 0 0,0 1 0 0 0,2 0 0 0 0,-3-1 0 0 0,1 0 0 0 0,1 1 0 0 0,0 0 0 0 0,1 2 0 0 0,1 0 0 0 0,-2-2 0 0 0,-1 0 0 0 0,1 0 0 0 0,1 1 0 0 0,0 0 0 0 0,1 1 0 0 0,0 1 0 0 0,1 0 0 0 0,0 0 0 0 0,-1 0 0 0 0,1 0 0 0 0,0 0 0 0 0,0 0 0 0 0,0 0 0 0 0,0 0 0 0 0,-1 0 0 0 0,1 0 0 0 0,0 0 0 0 0,0 0 0 0 0,-1 0 0 0 0,1 0 0 0 0,0 0 0 0 0,0 0 0 0 0,-1 0 0 0 0,1 0 0 0 0,0 0 0 0 0,0 0 0 0 0,-1 0 0 0 0,1 0 0 0 0,0 0 0 0 0,-1 0 0 0 0,1 0 0 0 0,0 0 0 0 0,0 0 0 0 0,-1 0 0 0 0,1 0 0 0 0,0 0 0 0 0,0 0 0 0 0,-1 0 0 0 0,1 0 0 0 0,0 0 0 0 0,0 0 0 0 0,-1 0 0 0 0,1 0 0 0 0,0 0 0 0 0,0 0 0 0 0,-1 0 0 0 0,1 0 0 0 0,0 0 0 0 0,0 0 0 0 0,-1 0 0 0 0,1 0 0 0 0,0 0 0 0 0,0 3 0 0 0,-1 0 0 0 0,1 0 0 0 0,0-1 0 0 0,0 2 0 0 0,-1 0 0 0 0,1 0 0 0 0,0-1 0 0 0,0-2 0 0 0,-1 0 0 0 0,1 0 0 0 0,0-1 0 0 0,-3 2 0 0 0,0 1 0 0 0,0 0 0 0 0,0-1 0 0 0,1 0 0 0 0,1-1 0 0 0,0-1 0 0 0,0 0 0 0 0,1 0 0 0 0,0 0 0 0 0,0 0 0 0 0,0 0 0 0 0,0 0 0 0 0,-1 2 0 0 0,1 1 0 0 0,0 0 0 0 0,0-1 0 0 0,-1 0 0 0 0,1-1 0 0 0,0 0 0 0 0,0-1 0 0 0,-1 0 0 0 0,1 0 0 0 0,0 0 0 0 0,0 0 0 0 0,-1 0 0 0 0,1-1 0 0 0,0 1 0 0 0,0 0 0 0 0,-1 0 0 0 0,1 0 0 0 0,0 0 0 0 0,0 0 0 0 0,-1 0 0 0 0,1 0 0 0 0,0 3 0 0 0,0 0 0 0 0,-1 0 0 0 0,1-1 0 0 0,0 0 0 0 0,0-1 0 0 0,-1 0 0 0 0,1-1 0 0 0,0 0 0 0 0,0 0 0 0 0,-1 0 0 0 0,1-1 0 0 0,0 1 0 0 0,0 0 0 0 0,-1 0 0 0 0,1 0 0 0 0,-3 2 0 0 0,0 2 0 0 0,0-1 0 0 0,0-1 0 0 0,1 0 0 0 0,1-1 0 0 0,0-1 0 0 0,1 1 0 0 0,-1-1 0 0 0,1-1 0 0 0,0 1 0 0 0,-2 2 0 0 0,-2 1 0 0 0,1 0 0 0 0,1 0 0 0 0,0-2 0 0 0,0 3 0 0 0,2-1 0 0 0,-1 3 0 0 0,1-1 0 0 0,0 0 0 0 0,-3 1 0 0 0,0-1 0 0 0,0-1 0 0 0,0-1 0 0 0,-1 1 0 0 0,0 0 0 0 0,0-1 0 0 0,1 0 0 0 0,-1 1 0 0 0,-1 0 0 0 0,2 1 0 0 0,0 3 0 0 0,1 0 0 0 0,1-2 0 0 0,-2 1 0 0 0,0-1 0 0 0,-1-2 0 0 0,2 1 0 0 0,0 0 0 0 0,-1 1 0 0 0,-1 0 0 0 0,1 1 0 0 0,0-1 0 0 0,1-1 0 0 0,1-1 0 0 0,-2 0 0 0 0,-1 0 0 0 0,1 0 0 0 0,1-2 0 0 0,0 2 0 0 0,1 0 0 0 0,0-1 0 0 0,1 2 0 0 0,-1-1 0 0 0,1 0 0 0 0,0 1 0 0 0,0 0 0 0 0,0-1 0 0 0,-3 1 0 0 0,0 0 0 0 0,0-1 0 0 0,0 1 0 0 0,1 0 0 0 0,-1 1 0 0 0,-1 0 0 0 0,0-2 0 0 0,-1 2 0 0 0,0-1 0 0 0,1-1 0 0 0,-1 1 0 0 0,0 0 0 0 0,-2 1 0 0 0,1 0 0 0 0,-1 1 0 0 0,0-1 0 0 0,2-1 0 0 0,1-1 0 0 0,-1 0 0 0 0,1 0 0 0 0,-2 2 0 0 0,0 0 0 0 0,1 0 0 0 0,2 1 0 0 0,-2 0 0 0 0,1 2 0 0 0,0-1 0 0 0,-1 1 0 0 0,1-2 0 0 0,-3 1 0 0 0,1 2 0 0 0,-1 0 0 0 0,0 0 0 0 0,-1-1 0 0 0,2 2 0 0 0,-2 0 0 0 0,1-1 0 0 0,0 0 0 0 0,0-2 0 0 0,-1 0 0 0 0,1 1 0 0 0,0 2 0 0 0,-2 1 0 0 0,1-2 0 0 0,-1 0 0 0 0,-1 1 0 0 0,1-2 0 0 0,2 0 0 0 0,0 1 0 0 0,0 1 0 0 0,1 1 0 0 0,-3 1 0 0 0,1-2 0 0 0,0-1 0 0 0,0 1 0 0 0,0 1 0 0 0,1-2 0 0 0,-1-1 0 0 0,-1 2 0 0 0,1-2 0 0 0,-1 0 0 0 0,-1 1 0 0 0,1-2 0 0 0,-1 1 0 0 0,3 1 0 0 0,-2 1 0 0 0,0 1 0 0 0,1-2 0 0 0,-1 0 0 0 0,-1 1 0 0 0,1-2 0 0 0,0 1 0 0 0,-2 0 0 0 0,2 1 0 0 0,0 0 0 0 0,1 2 0 0 0,0 1 0 0 0,-1-1 0 0 0,0-1 0 0 0,1-1 0 0 0,-2 0 0 0 0,-2 0 0 0 0,0 1 0 0 0,-1 1 0 0 0,2-2 0 0 0,0-1 0 0 0,-1 1 0 0 0,1 1 0 0 0,0 0 0 0 0,1 1 0 0 0,0 0 0 0 0,1-2 0 0 0,-1 0 0 0 0,0 0 0 0 0,2-2 0 0 0,-2 0 0 0 0,0 1 0 0 0,-1 1 0 0 0,-1 0 0 0 0,-1 2 0 0 0,-1 0 0 0 0,0 1 0 0 0,0 0 0 0 0,0 0 0 0 0,0 0 0 0 0,-1 0 0 0 0,1 0 0 0 0,0-1 0 0 0,0 1 0 0 0,0 0 0 0 0,0 0 0 0 0,0 0 0 0 0,0-1 0 0 0,0 1 0 0 0,0 0 0 0 0,0-1 0 0 0,0 1 0 0 0,0 0 0 0 0,0 0 0 0 0,0-1 0 0 0,0 1 0 0 0,0 0 0 0 0,0 0 0 0 0,0-1 0 0 0,-2 1 0 0 0,-1 0 0 0 0,0 0 0 0 0,0-1 0 0 0,2 1 0 0 0,-3 0 0 0 0,1 0 0 0 0,-1-1 0 0 0,2 1 0 0 0,-2-2 0 0 0,0-2 0 0 0,1 1 0 0 0,0 0 0 0 0,-1 1 0 0 0,0 1 0 0 0,1 0 0 0 0,-2 1 0 0 0,0-1 0 0 0,-1 1 0 0 0,0 0 0 0 0,2 0 0 0 0,-2 0 0 0 0,1 0 0 0 0,1 0 0 0 0,1-1 0 0 0,-1 1 0 0 0,0 0 0 0 0,0 0 0 0 0,2-1 0 0 0,-2-1 0 0 0,0-2 0 0 0,1 1 0 0 0,-2-2 0 0 0,1 0 0 0 0,0 1 0 0 0,-1-2 0 0 0,0 1 0 0 0,1 1 0 0 0,-1-2 0 0 0,0 1 0 0 0,1 1 0 0 0,-1 1 0 0 0,0 1 0 0 0,-1-2 0 0 0,0 1 0 0 0,1 0 0 0 0,0 0 0 0 0,0 1 0 0 0,-2-1 0 0 0,1-1 0 0 0,-1 1 0 0 0,1 0 0 0 0,1 1 0 0 0,-1 1 0 0 0,1 1 0 0 0,-1-1 0 0 0,0 1 0 0 0,-1-2 0 0 0,1-2 0 0 0,-2-1 0 0 0,2-1 0 0 0,1 1 0 0 0,-1-1 0 0 0,1 1 0 0 0,1 0 0 0 0,-1 0 0 0 0,0 0 0 0 0,-1 0 0 0 0,0 2 0 0 0,0-1 0 0 0,-3 0 0 0 0,-2-2 0 0 0,2 0 0 0 0,-1-1 0 0 0,2 1 0 0 0,-1-2 0 0 0,0 1 0 0 0,-2 0 0 0 0,2 0 0 0 0,-1-1 0 0 0,2 1 0 0 0,0 0 0 0 0,1 0 0 0 0,0-1 0 0 0,-2-1 0 0 0,1 1 0 0 0,0-1 0 0 0,-2-1 0 0 0,-1 1 0 0 0,-1 0 0 0 0,1 1 0 0 0,1 0 0 0 0,-1 1 0 0 0,0-1 0 0 0,-2-1 0 0 0,3 1 0 0 0,-1-1 0 0 0,1-1 0 0 0,1 1 0 0 0,0 0 0 0 0,-1-2 0 0 0,1 2 0 0 0,0 0 0 0 0,0-1 0 0 0,-2 1 0 0 0,-1 0 0 0 0,-1-1 0 0 0,2 1 0 0 0,0 0 0 0 0,0-2 0 0 0,0 0 0 0 0,-2 1 0 0 0,0 0 0 0 0,0 0 0 0 0,2 0 0 0 0,0 1 0 0 0,0-1 0 0 0,0-2 0 0 0,-1 3 0 0 0,-1-1 0 0 0,0 1 0 0 0,-1 1 0 0 0,0-2 0 0 0,3 2 0 0 0,0-1 0 0 0,0-1 0 0 0,0-1 0 0 0,-1 1 0 0 0,-1 0 0 0 0,0-1 0 0 0,-1 2 0 0 0,0 0 0 0 0,1 1 0 0 0,-1 0 0 0 0,0-2 0 0 0,0 2 0 0 0,-2-1 0 0 0,-1-1 0 0 0,0-1 0 0 0,3 1 0 0 0,2 0 0 0 0,-2-1 0 0 0,-1 2 0 0 0,0 0 0 0 0,-3-2 0 0 0,3 3 0 0 0,0-2 0 0 0,2 3 0 0 0,-1-2 0 0 0,1 0 0 0 0,0 1 0 0 0,0-1 0 0 0,-3-1 0 0 0,-1-1 0 0 0,1-1 0 0 0,-5 1 0 0 0,-1 0 0 0 0,1 0 0 0 0,0 2 0 0 0,0-1 0 0 0,3 0 0 0 0,0 1 0 0 0,3 0 0 0 0,0 1 0 0 0,1 0 0 0 0,0-1 0 0 0,1-2 0 0 0,-1-1 0 0 0,3 2 0 0 0,1-1 0 0 0,-1 0 0 0 0,0-1 0 0 0,-1 0 0 0 0,-1-1 0 0 0,0 1 0 0 0,0 1 0 0 0,-1 0 0 0 0,0 0 0 0 0,0-2 0 0 0,3 2 0 0 0,0 1 0 0 0,0-1 0 0 0,0-1 0 0 0,-1 0 0 0 0,-1-1 0 0 0,0-1 0 0 0,-1 1 0 0 0,0-2 0 0 0,1 1 0 0 0,-1 0 0 0 0,0 0 0 0 0,0 0 0 0 0,0 0 0 0 0,0 0 0 0 0,1 0 0 0 0,-1 0 0 0 0,0 0 0 0 0,0 0 0 0 0,3-3 0 0 0,0 0 0 0 0,1 0 0 0 0,-2 1 0 0 0,3-2 0 0 0,-1 0 0 0 0,0 0 0 0 0,-1 2 0 0 0,1-2 0 0 0,0 0 0 0 0,0 0 0 0 0,-1-1 0 0 0,-2 1 0 0 0,3-3 0 0 0,0 2 0 0 0,-1-2 0 0 0,-1 0 0 0 0,0 0 0 0 0,-1 0 0 0 0,0 2 0 0 0,2-1 0 0 0,0 1 0 0 0,2-1 0 0 0,1 0 0 0 0,1-1 0 0 0,2-2 0 0 0,0 1 0 0 0,-2 2 0 0 0,-2 2 0 0 0,0-1 0 0 0,0 0 0 0 0,1-1 0 0 0,0 1 0 0 0,-2-2 0 0 0,0 1 0 0 0,0-1 0 0 0,0-2 0 0 0,0 1 0 0 0,-1 1 0 0 0,-2 0 0 0 0,3-1 0 0 0,0 1 0 0 0,-1-1 0 0 0,-1 1 0 0 0,2-1 0 0 0,1 1 0 0 0,1 0 0 0 0,0 0 0 0 0,1 0 0 0 0,-1 0 0 0 0,0 2 0 0 0,0 0 0 0 0,-1 0 0 0 0,2-1 0 0 0,-1 0 0 0 0,1-1 0 0 0,0-2 0 0 0,-2 1 0 0 0,-1 0 0 0 0,-2-2 0 0 0,2-1 0 0 0,-1 1 0 0 0,3 0 0 0 0,-1 2 0 0 0,0 2 0 0 0,1-1 0 0 0,-1 2 0 0 0,2-1 0 0 0,1-2 0 0 0,1 0 0 0 0,-1 0 0 0 0,0 1 0 0 0,-2-1 0 0 0,1-1 0 0 0,-2 0 0 0 0,2 1 0 0 0,1-2 0 0 0,0 1 0 0 0,1 0 0 0 0,-2 1 0 0 0,2 1 0 0 0,-2 0 0 0 0,1-1 0 0 0,-2 0 0 0 0,2-3 0 0 0,1 0 0 0 0,-1 0 0 0 0,1 1 0 0 0,1-1 0 0 0,-1 2 0 0 0,0 0 0 0 0,1-1 0 0 0,0 1 0 0 0,-1 0 0 0 0,1-1 0 0 0,1-1 0 0 0,2-1 0 0 0,0 0 0 0 0,0-2 0 0 0,1 1 0 0 0,0-1 0 0 0,1 0 0 0 0,-1 0 0 0 0,0 0 0 0 0,0 0 0 0 0,0 0 0 0 0,0 0 0 0 0,0 1 0 0 0,0-1 0 0 0,0 0 0 0 0,0 0 0 0 0,0 1 0 0 0,0-1 0 0 0,0 0 0 0 0,0 0 0 0 0,0 1 0 0 0,0-1 0 0 0,0 0 0 0 0,0 0 0 0 0,0 1 0 0 0,0-1 0 0 0,3 0 0 0 0,0 0 0 0 0,0 1 0 0 0,1 1 0 0 0,1 2 0 0 0,-1-1 0 0 0,-1-1 0 0 0,1 3 0 0 0,1-1 0 0 0,-2 0 0 0 0,0-1 0 0 0,-2-1 0 0 0,0-1 0 0 0,-1 0 0 0 0,0-1 0 0 0,0 0 0 0 0,2 3 0 0 0,1 0 0 0 0,0 0 0 0 0,-1-1 0 0 0,0 0 0 0 0,-1 0 0 0 0,0-2 0 0 0,1 3 0 0 0,1 1 0 0 0,0-1 0 0 0,-1-1 0 0 0,2 0 0 0 0,0-1 0 0 0,0 0 0 0 0,1 2 0 0 0,0 0 0 0 0,-2 0 0 0 0,0 0 0 0 0,1 1 0 0 0,0 0 0 0 0,2 0 0 0 0,0-1 0 0 0,1 1 0 0 0,-1 0 0 0 0,1 2 0 0 0,2 2 0 0 0,2 3 0 0 0,1 1 0 0 0,1 1 0 0 0,-2-2 0 0 0,-1 1 0 0 0,2-3 0 0 0,-1 0 0 0 0,-1-2 0 0 0,0 1 0 0 0,0 1 0 0 0,-1-1 0 0 0,0 0 0 0 0,1 0 0 0 0,1 0 0 0 0,1 1 0 0 0,-2 0 0 0 0,-2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09:41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34522 4389 16383 0 0,'-3'-2'0'0'0,"-2"-1"0"0"0,-4 0 0 0 0,-1 0 0 0 0,-1-1 0 0 0,1 0 0 0 0,-1 1 0 0 0,-1 0 0 0 0,-1 1 0 0 0,0 1 0 0 0,-1 1 0 0 0,1 0 0 0 0,-1 0 0 0 0,0 0 0 0 0,0 0 0 0 0,0 1 0 0 0,0-1 0 0 0,1 0 0 0 0,-1 0 0 0 0,0 0 0 0 0,0 0 0 0 0,1 0 0 0 0,-1 0 0 0 0,0 0 0 0 0,0 0 0 0 0,1 0 0 0 0,-1 0 0 0 0,0 0 0 0 0,0 0 0 0 0,1 0 0 0 0,-1 0 0 0 0,0 0 0 0 0,0 0 0 0 0,1 0 0 0 0,-1 0 0 0 0,0 0 0 0 0,0 0 0 0 0,1 0 0 0 0,1 2 0 0 0,2 1 0 0 0,1 3 0 0 0,1-1 0 0 0,-1 0 0 0 0,-1-2 0 0 0,0 2 0 0 0,1-1 0 0 0,-1 0 0 0 0,1 0 0 0 0,0 1 0 0 0,-1 1 0 0 0,-1 0 0 0 0,1 1 0 0 0,0 0 0 0 0,0-2 0 0 0,1 0 0 0 0,0 1 0 0 0,1 0 0 0 0,0 0 0 0 0,2 1 0 0 0,-2-1 0 0 0,2 1 0 0 0,-1 0 0 0 0,1 0 0 0 0,-2 0 0 0 0,2 0 0 0 0,-1 0 0 0 0,0 0 0 0 0,0-1 0 0 0,1 2 0 0 0,-2-2 0 0 0,2 1 0 0 0,-1 0 0 0 0,0 0 0 0 0,2 2 0 0 0,0-1 0 0 0,-1 1 0 0 0,3 0 0 0 0,-2 0 0 0 0,-3-2 0 0 0,2 0 0 0 0,-2-1 0 0 0,1 0 0 0 0,1 2 0 0 0,2 2 0 0 0,0 0 0 0 0,-1-1 0 0 0,0-1 0 0 0,-1 0 0 0 0,0 2 0 0 0,-1 0 0 0 0,0 0 0 0 0,1 0 0 0 0,1 0 0 0 0,-1-1 0 0 0,1 0 0 0 0,1 1 0 0 0,1 1 0 0 0,1 1 0 0 0,-1-1 0 0 0,0-1 0 0 0,0 1 0 0 0,1 0 0 0 0,-2-1 0 0 0,0 0 0 0 0,1 0 0 0 0,0 1 0 0 0,2 1 0 0 0,0 1 0 0 0,0 1 0 0 0,1-1 0 0 0,0 1 0 0 0,0 0 0 0 0,1 0 0 0 0,-1 0 0 0 0,0 0 0 0 0,0 0 0 0 0,0-1 0 0 0,0 1 0 0 0,0 0 0 0 0,0 0 0 0 0,0-1 0 0 0,0 1 0 0 0,0 0 0 0 0,2-3 0 0 0,1 0 0 0 0,0 0 0 0 0,0 0 0 0 0,1-1 0 0 0,0-1 0 0 0,-1 1 0 0 0,0 2 0 0 0,-1 0 0 0 0,1 0 0 0 0,1 2 0 0 0,1-1 0 0 0,0 1 0 0 0,0 0 0 0 0,0-2 0 0 0,1-1 0 0 0,-2-1 0 0 0,1 0 0 0 0,0-1 0 0 0,-1 0 0 0 0,-2 2 0 0 0,0 1 0 0 0,1-2 0 0 0,1 0 0 0 0,-1 1 0 0 0,1-2 0 0 0,1 0 0 0 0,1 1 0 0 0,0 1 0 0 0,1-1 0 0 0,0 0 0 0 0,-2 0 0 0 0,0-1 0 0 0,1 0 0 0 0,0-2 0 0 0,0 1 0 0 0,1-1 0 0 0,-1 0 0 0 0,1 2 0 0 0,0 1 0 0 0,0 0 0 0 0,0-1 0 0 0,0-1 0 0 0,0 1 0 0 0,0-2 0 0 0,-1 0 0 0 0,2 2 0 0 0,-2 1 0 0 0,1-1 0 0 0,0 1 0 0 0,0-2 0 0 0,0 0 0 0 0,0-1 0 0 0,-1 1 0 0 0,-1 1 0 0 0,1 1 0 0 0,1 1 0 0 0,3 0 0 0 0,-1-1 0 0 0,0 1 0 0 0,-1 0 0 0 0,-2 2 0 0 0,0-3 0 0 0,2-2 0 0 0,-1 0 0 0 0,1-2 0 0 0,-1 1 0 0 0,1 1 0 0 0,-2 2 0 0 0,2-1 0 0 0,-2 0 0 0 0,2-1 0 0 0,-2 1 0 0 0,1-2 0 0 0,0 0 0 0 0,0 0 0 0 0,-1 0 0 0 0,2 1 0 0 0,0 0 0 0 0,0 1 0 0 0,1-2 0 0 0,-1 1 0 0 0,0-1 0 0 0,1-2 0 0 0,-1 1 0 0 0,1 1 0 0 0,0 0 0 0 0,0 1 0 0 0,0-1 0 0 0,-1 1 0 0 0,0-1 0 0 0,-2 0 0 0 0,2 0 0 0 0,-2 0 0 0 0,1 0 0 0 0,2 0 0 0 0,1 2 0 0 0,2 1 0 0 0,1-1 0 0 0,-2 1 0 0 0,0-2 0 0 0,-3 1 0 0 0,1-2 0 0 0,-2 0 0 0 0,0 0 0 0 0,2-3 0 0 0,-1 2 0 0 0,0-1 0 0 0,2-1 0 0 0,-2 1 0 0 0,1-1 0 0 0,1 2 0 0 0,1 0 0 0 0,-1 1 0 0 0,0-1 0 0 0,0-1 0 0 0,0 1 0 0 0,-1-1 0 0 0,1-1 0 0 0,1-1 0 0 0,1-1 0 0 0,0-1 0 0 0,2-1 0 0 0,-1 0 0 0 0,-1 2 0 0 0,-1 1 0 0 0,0 0 0 0 0,0-1 0 0 0,1-1 0 0 0,1 0 0 0 0,-2 2 0 0 0,0 1 0 0 0,-1-1 0 0 0,2-1 0 0 0,0-1 0 0 0,1 0 0 0 0,-2 2 0 0 0,-1 0 0 0 0,1 0 0 0 0,0 0 0 0 0,2-2 0 0 0,-1 0 0 0 0,2 2 0 0 0,-1 0 0 0 0,1 0 0 0 0,0-1 0 0 0,0 0 0 0 0,0-1 0 0 0,0-1 0 0 0,-1 0 0 0 0,1 0 0 0 0,0 0 0 0 0,0 0 0 0 0,-1 0 0 0 0,1 0 0 0 0,-2-2 0 0 0,-4-4 0 0 0,0-2 0 0 0,0-3 0 0 0,-1-2 0 0 0,1 2 0 0 0,-1 0 0 0 0,-2 0 0 0 0,-1-1 0 0 0,0 2 0 0 0,0 0 0 0 0,1-1 0 0 0,1 0 0 0 0,0 1 0 0 0,1 0 0 0 0,0 0 0 0 0,-1-1 0 0 0,0-1 0 0 0,-3-1 0 0 0,-1 0 0 0 0,-1-1 0 0 0,0 0 0 0 0,1 2 0 0 0,1 2 0 0 0,-1-1 0 0 0,0-1 0 0 0,0 0 0 0 0,-1-1 0 0 0,-1 0 0 0 0,0 0 0 0 0,0-1 0 0 0,0 0 0 0 0,0 0 0 0 0,-2 3 0 0 0,-1 0 0 0 0,-1 0 0 0 0,0 2 0 0 0,-1 0 0 0 0,1-1 0 0 0,1 0 0 0 0,1-2 0 0 0,1-1 0 0 0,0 0 0 0 0,1-1 0 0 0,1 0 0 0 0,-1 0 0 0 0,0 0 0 0 0,0 0 0 0 0,0 1 0 0 0,0-1 0 0 0,0 0 0 0 0,0 0 0 0 0,0 0 0 0 0,0 1 0 0 0,0-1 0 0 0,0 0 0 0 0,0 0 0 0 0,0 1 0 0 0,0-1 0 0 0,0 0 0 0 0,0 1 0 0 0,0-1 0 0 0,0 0 0 0 0,0 0 0 0 0,0 1 0 0 0,0-1 0 0 0,0 0 0 0 0,0 0 0 0 0,0 1 0 0 0,0-1 0 0 0,0 0 0 0 0,0 0 0 0 0,0 1 0 0 0,0-1 0 0 0,0 0 0 0 0,0 0 0 0 0,0 1 0 0 0,0-1 0 0 0,0 0 0 0 0,0 0 0 0 0,0 1 0 0 0,0-1 0 0 0,0 0 0 0 0,0-4 0 0 0,0-2 0 0 0,0 0 0 0 0,0 2 0 0 0,0 0 0 0 0,0 3 0 0 0,0 0 0 0 0,0 1 0 0 0,0 0 0 0 0,0 0 0 0 0,0 1 0 0 0,0-1 0 0 0,0 1 0 0 0,0-1 0 0 0,0 0 0 0 0,0 1 0 0 0,0-1 0 0 0,0 0 0 0 0,-2 3 0 0 0,-1 0 0 0 0,0 0 0 0 0,1 0 0 0 0,0-1 0 0 0,1-1 0 0 0,0 0 0 0 0,1 0 0 0 0,0-1 0 0 0,-2 2 0 0 0,-1 2 0 0 0,-2 1 0 0 0,-1 1 0 0 0,2-1 0 0 0,-2 1 0 0 0,1-1 0 0 0,0 0 0 0 0,0 0 0 0 0,-2 3 0 0 0,0-1 0 0 0,-1 1 0 0 0,1 0 0 0 0,-1 0 0 0 0,1-1 0 0 0,-1-2 0 0 0,2-1 0 0 0,-2 1 0 0 0,0 1 0 0 0,0 1 0 0 0,-1 1 0 0 0,1-1 0 0 0,0 1 0 0 0,2-1 0 0 0,-2 1 0 0 0,2-1 0 0 0,-2 0 0 0 0,0 2 0 0 0,0 0 0 0 0,-1 0 0 0 0,2-2 0 0 0,-1 2 0 0 0,1-2 0 0 0,0 0 0 0 0,0 0 0 0 0,0 1 0 0 0,-2 1 0 0 0,-1 1 0 0 0,-2 2 0 0 0,2-1 0 0 0,-1-1 0 0 0,0 1 0 0 0,0 1 0 0 0,-2 1 0 0 0,3-2 0 0 0,0-1 0 0 0,-1 1 0 0 0,2-1 0 0 0,0-1 0 0 0,-1 1 0 0 0,1-1 0 0 0,0 0 0 0 0,0 1 0 0 0,-2 1 0 0 0,-1 2 0 0 0,1-3 0 0 0,1 1 0 0 0,-1 0 0 0 0,0 1 0 0 0,-2 0 0 0 0,3-1 0 0 0,0-1 0 0 0,-1 1 0 0 0,-1 1 0 0 0,3-2 0 0 0,-1 0 0 0 0,2-2 0 0 0,2 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0:1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23503 17727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1:02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34343 18286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0:1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23503 17727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1:02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34343 18286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17:28:17.2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6306 745 24575,'-112'0'0,"-172"-2"0,2-21 0,-9-20 0,215 31 0,-123-11 0,63 20 0,-28-2 0,-528-18 0,652 23 0,0-2 0,1-2 0,-1-1 0,1-2 0,0-2 0,-44-16 0,-85-27 0,100 28 0,-102-22 0,-17 5 0,-91-16 0,262 55 0,-299-56 0,129 9 0,-185-37 0,120 55 0,235 29 0,-33-5 0,1-2 0,-51-17 0,75 21 0,0 0 0,0 1 0,-1 1 0,-26 1 0,-2 0 0,-45-11 0,-10-1 0,85 11 0,-26-5 0,32 5 0,0 0 0,-35-1 0,46 4 0,-1 1 0,1 0 0,-1 0 0,1 0 0,0 1 0,0 0 0,0 0 0,0 0 0,0 1 0,0 0 0,-10 7 0,-191 131 0,125-87 0,71-47 0,0 0 0,0-1 0,0-1 0,-1 0 0,1 0 0,-1-1 0,0-1 0,-1 0 0,1 0 0,-21 0 0,6 0 0,1 0 0,-1 2 0,1 1 0,0 1 0,0 1 0,0 2 0,-24 12 0,41-17 0,0 0 0,1 1 0,0 0 0,0 1 0,0 0 0,1 0 0,0 1 0,-8 10 0,4-2 0,0 0 0,1 1 0,-10 26 0,15-29 0,0 1 0,1 0 0,1 0 0,-2 25 0,-3 17 0,0-15 0,3 0 0,0 83 0,4-98 0,-2 1 0,-7 33 0,5-34 0,1-1 0,-1 42 0,19 79 0,3-58 0,-5-30 0,-9-39 0,2 0 0,10 26 0,-13-38 0,2-1 0,-1 0 0,1 0 0,-1-1 0,2 1 0,-1-1 0,1 0 0,0 0 0,9 8 0,109 73 0,-81-60 0,-26-17 0,1 0 0,0-2 0,0 0 0,1-1 0,28 8 0,97 12 0,-17-3 0,8 12 0,-45-12 0,129 20 0,510 0 0,-685-44 0,1 1 0,45 8 0,-30-1 0,67 1 0,59-9 0,41 2 0,47 35 0,-215-26 0,14 2 0,279 38 0,-282-47 0,166 17 0,-164-14 0,92-4 0,35 2 0,386 68 0,-488-64 0,179-6 0,-145-5 0,637 2 0,-694-1 0,0-3 0,0-4 0,141-33 0,-204 38 0,0 0 0,-1 0 0,1-1 0,-1 0 0,0-1 0,0 0 0,-1-1 0,1 1 0,-1-1 0,0-1 0,-1 0 0,0 0 0,0 0 0,0-1 0,-1 0 0,0-1 0,-1 1 0,0-1 0,6-13 0,-2 2 0,-2-1 0,0 0 0,-1 0 0,6-42 0,-8 18 0,-2-64 0,-1 85 0,1 1 0,9-45 0,-5 38 0,1-30 0,-4-220 0,-5 146 0,2 119 0,0 0 0,-4-17 0,3 27 0,0 0 0,0 0 0,-1 0 0,1 1 0,-1-1 0,0 1 0,-1-1 0,1 1 0,-1 0 0,-5-7 0,-61-59 0,41 44 0,-38-47 0,51 52-84,9 12-130,1 1 1,-1 0-1,-1 1 1,0 0-1,-14-13 1,9 13-6613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08T17:28:27.0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1907 758 24575,'0'-3'0,"-1"0"0,0-1 0,0 1 0,-1 0 0,1 0 0,-1 0 0,1 0 0,-1 0 0,0 0 0,0 0 0,0 0 0,-1 1 0,-2-4 0,-2-2 0,-53-59 0,-3 3 0,-3 2 0,-2 3 0,-2 4 0,-81-49 0,55 38 0,57 38 0,0 1 0,-67-33 0,93 56 0,0-1 0,0 2 0,0 0 0,0 1 0,-1 0 0,-20 0 0,6 0 0,5-2 0,0 0 0,1-2 0,0 0 0,-34-15 0,-25-8 0,53 23 0,0 1 0,0 1 0,0 1 0,0 2 0,-50 3 0,72-1 0,-1 0 0,1 0 0,-1 0 0,1 1 0,0-1 0,0 2 0,0-1 0,0 1 0,0-1 0,1 2 0,-7 3 0,2 1 0,1 0 0,0 1 0,1-1 0,-15 21 0,7-8 0,0 2 0,2 0 0,0 1 0,2 0 0,-14 38 0,15-35 0,0 0 0,-29 47 0,33-61 0,2 0 0,0 1 0,0 0 0,1-1 0,-2 16 0,0-1 0,-7 36 0,9-38 0,-2-1 0,-12 37 0,18-62 0,-80 231 0,77-218 0,-26 102 0,24-89 0,2 1 0,-2 39 0,6-38 0,-1-2 0,-4 41 0,-8 27 0,0 133 0,11-153 0,0-27 0,2 0 0,11 78 0,15-29 0,-11-31 0,3 0 0,2-1 0,41 83 0,-46-108 0,-7-18 0,0 0 0,1-1 0,15 22 0,-10-18 0,-1 0 0,12 29 0,1 3 0,25 24 0,-6-10 0,-28-41 0,1-2 0,2 0 0,0-1 0,2-1 0,1-1 0,1-1 0,1-1 0,1-2 0,0 0 0,2-2 0,0-1 0,58 24 0,-1-7 0,145 37 0,-163-55 0,1-4 0,123 6 0,-176-18 0,0 0 0,1-2 0,-1 0 0,-1-1 0,30-8 0,72-38 0,-116 49 0,22-10 0,11-6 0,51-30 0,-48 21 0,0-3 0,-2-1 0,52-54 0,15-15 0,-40 40 0,29-17 0,-50 44 0,-29 21 0,0-1 0,-1-1 0,0 0 0,-1 0 0,-1-1 0,10-15 0,-2-3 0,23-55 0,-33 66 0,-2-2 0,0 1 0,-1 0 0,0-1 0,-1-26 0,5-28 0,1 0 0,-1-116 0,-19-78 0,7 214 0,-3-1 0,-2 1 0,-18-60 0,14 82 0,0 0 0,-35-59 0,-13-33 0,-4-62 0,57 164 0,3 9 0,-1 0 0,-1 0 0,0 1 0,-1 0 0,-13-16 0,-53-59 0,33 44 0,25 26 0,0 1 0,-2 1 0,-19-15 0,-32-27-1365,49 40-5461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0:1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23503 17727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1:02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34343 18286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0:19.6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23503 17727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04T14:11:02.4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34343 18286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E0404-1A36-4464-B908-F927C996F3E7}" type="datetimeFigureOut">
              <a:rPr lang="fr-BE" smtClean="0"/>
              <a:t>08-04-25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F73BC-37E4-4ED3-B71A-0B78E8D44A9C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8413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73BC-37E4-4ED3-B71A-0B78E8D44A9C}" type="slidenum">
              <a:rPr lang="fr-BE" smtClean="0"/>
              <a:t>15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57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CCE0-B572-57C0-C2B4-1A5548959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D729D5-1FEF-20F7-EC8C-D3A1BADE74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D86CF3-78DA-21B5-73A9-0141A1633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B39871-75DF-8545-90B1-B54E48637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73BC-37E4-4ED3-B71A-0B78E8D44A9C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6129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73BC-37E4-4ED3-B71A-0B78E8D44A9C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55703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19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53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87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3266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6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982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328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6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0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7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re de diapositiv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Titre de diapositive</a:t>
            </a:r>
          </a:p>
        </p:txBody>
      </p:sp>
      <p:sp>
        <p:nvSpPr>
          <p:cNvPr id="43" name="Texte niveau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de puce de diapositive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ous-titre de diapositiv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9600" y="1192324"/>
            <a:ext cx="10972801" cy="416307"/>
          </a:xfrm>
          <a:prstGeom prst="rect">
            <a:avLst/>
          </a:prstGeom>
        </p:spPr>
        <p:txBody>
          <a:bodyPr/>
          <a:lstStyle>
            <a:lvl1pPr marL="0" indent="0" algn="ctr" defTabSz="396240">
              <a:lnSpc>
                <a:spcPct val="100000"/>
              </a:lnSpc>
              <a:spcBef>
                <a:spcPts val="0"/>
              </a:spcBef>
              <a:buSzTx/>
              <a:buNone/>
              <a:defRPr sz="2112" spc="-21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r>
              <a:t>Sous-titre de diapositive</a:t>
            </a:r>
          </a:p>
        </p:txBody>
      </p:sp>
      <p:sp>
        <p:nvSpPr>
          <p:cNvPr id="45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485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08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  <p:sldLayoutId id="2147483700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2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customXml" Target="../ink/ink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customXml" Target="../ink/ink1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openxmlformats.org/officeDocument/2006/relationships/customXml" Target="../ink/ink9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customXml" Target="../ink/ink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customXml" Target="../ink/ink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7940BB-FBC4-492E-BD92-3B7B914D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7BC2A4-E810-6A4C-658C-E0A0F211D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55654" y="-27432"/>
            <a:ext cx="7220066" cy="217647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b="1" dirty="0">
                <a:latin typeface="Arial Rounded MT Bold" panose="020F0704030504030204" pitchFamily="34" charset="0"/>
                <a:cs typeface="Times New Roman" panose="02020603050405020304" pitchFamily="18" charset="0"/>
              </a:rPr>
              <a:t>Laboratoire de mécanique des fluides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B5AF60C-3A96-BC32-B055-2B29D17C6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8957" y="2358578"/>
            <a:ext cx="6707366" cy="156948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fr-FR" sz="3200" b="1" dirty="0">
                <a:latin typeface="Calibri"/>
                <a:ea typeface="Calibri"/>
                <a:cs typeface="Calibri"/>
              </a:rPr>
              <a:t>Études des pertes de charges singulières et réparties </a:t>
            </a:r>
            <a:endParaRPr lang="fr-FR" dirty="0"/>
          </a:p>
          <a:p>
            <a:pPr algn="ctr"/>
            <a:endParaRPr lang="fr-FR" dirty="0">
              <a:latin typeface="Arial Rounded MT Bold" panose="020F070403050403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53987" y="4409267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001BA1"/>
          </a:solidFill>
          <a:ln w="38100" cap="rnd">
            <a:solidFill>
              <a:srgbClr val="001BA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D5931C7-153B-7160-9237-F879247DA864}"/>
              </a:ext>
            </a:extLst>
          </p:cNvPr>
          <p:cNvSpPr txBox="1"/>
          <p:nvPr/>
        </p:nvSpPr>
        <p:spPr>
          <a:xfrm>
            <a:off x="5135442" y="4770186"/>
            <a:ext cx="4657061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dirty="0">
                <a:latin typeface="Arial Rounded MT Bold" panose="020F0704030504030204" pitchFamily="34" charset="0"/>
              </a:rPr>
              <a:t>Anis Bicha - 23076</a:t>
            </a:r>
          </a:p>
          <a:p>
            <a:r>
              <a:rPr lang="fr-FR" dirty="0">
                <a:latin typeface="Arial Rounded MT Bold" panose="020F0704030504030204" pitchFamily="34" charset="0"/>
              </a:rPr>
              <a:t>Amadou Diallo - 23247</a:t>
            </a:r>
          </a:p>
          <a:p>
            <a:r>
              <a:rPr lang="fr-FR" dirty="0">
                <a:latin typeface="Arial Rounded MT Bold"/>
              </a:rPr>
              <a:t>Ibrahim Bentirhi - 23264</a:t>
            </a:r>
          </a:p>
          <a:p>
            <a:r>
              <a:rPr lang="fr-FR" dirty="0">
                <a:latin typeface="Arial Rounded MT Bold" panose="020F0704030504030204" pitchFamily="34" charset="0"/>
              </a:rPr>
              <a:t>Sabir Adda - 23027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D95F7D6-15DF-DFDB-128A-D454DD5F1B9E}"/>
              </a:ext>
            </a:extLst>
          </p:cNvPr>
          <p:cNvSpPr txBox="1"/>
          <p:nvPr/>
        </p:nvSpPr>
        <p:spPr>
          <a:xfrm>
            <a:off x="5071110" y="3944787"/>
            <a:ext cx="124989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>
                <a:latin typeface="Arial Rounded MT Bold"/>
              </a:rPr>
              <a:t>Groupe C</a:t>
            </a:r>
            <a:endParaRPr lang="fr-FR">
              <a:latin typeface="Arial Rounded MT Bold" panose="020F0704030504030204" pitchFamily="34" charset="0"/>
            </a:endParaRPr>
          </a:p>
        </p:txBody>
      </p:sp>
      <p:pic>
        <p:nvPicPr>
          <p:cNvPr id="8" name="Image 7" descr="Une image contenant texte, Graphique, Police, graphisme&#10;&#10;Le contenu généré par l’IA peut être incorrect.">
            <a:extLst>
              <a:ext uri="{FF2B5EF4-FFF2-40B4-BE49-F238E27FC236}">
                <a16:creationId xmlns:a16="http://schemas.microsoft.com/office/drawing/2014/main" id="{4F5F8954-CA45-F64D-6CD7-1FD3A5DE8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73" y="1686965"/>
            <a:ext cx="4587165" cy="348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27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56BD07-EBB7-2C0F-7FD2-3202872E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74904" y="649224"/>
            <a:ext cx="4818888" cy="1481328"/>
          </a:xfrm>
        </p:spPr>
        <p:txBody>
          <a:bodyPr anchor="b">
            <a:normAutofit/>
          </a:bodyPr>
          <a:lstStyle/>
          <a:p>
            <a:r>
              <a:rPr lang="fr-FR" sz="5200" dirty="0"/>
              <a:t>              </a:t>
            </a:r>
            <a:r>
              <a:rPr lang="fr-FR" sz="5200" dirty="0">
                <a:latin typeface="Arial Rounded MT Bold"/>
              </a:rPr>
              <a:t>Index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onnsiteX0" fmla="*/ 0 w 4114800"/>
              <a:gd name="connsiteY0" fmla="*/ 0 h 18288"/>
              <a:gd name="connsiteX1" fmla="*/ 768096 w 4114800"/>
              <a:gd name="connsiteY1" fmla="*/ 0 h 18288"/>
              <a:gd name="connsiteX2" fmla="*/ 1495044 w 4114800"/>
              <a:gd name="connsiteY2" fmla="*/ 0 h 18288"/>
              <a:gd name="connsiteX3" fmla="*/ 2221992 w 4114800"/>
              <a:gd name="connsiteY3" fmla="*/ 0 h 18288"/>
              <a:gd name="connsiteX4" fmla="*/ 2784348 w 4114800"/>
              <a:gd name="connsiteY4" fmla="*/ 0 h 18288"/>
              <a:gd name="connsiteX5" fmla="*/ 3387852 w 4114800"/>
              <a:gd name="connsiteY5" fmla="*/ 0 h 18288"/>
              <a:gd name="connsiteX6" fmla="*/ 4114800 w 4114800"/>
              <a:gd name="connsiteY6" fmla="*/ 0 h 18288"/>
              <a:gd name="connsiteX7" fmla="*/ 4114800 w 4114800"/>
              <a:gd name="connsiteY7" fmla="*/ 18288 h 18288"/>
              <a:gd name="connsiteX8" fmla="*/ 3429000 w 4114800"/>
              <a:gd name="connsiteY8" fmla="*/ 18288 h 18288"/>
              <a:gd name="connsiteX9" fmla="*/ 2866644 w 4114800"/>
              <a:gd name="connsiteY9" fmla="*/ 18288 h 18288"/>
              <a:gd name="connsiteX10" fmla="*/ 2304288 w 4114800"/>
              <a:gd name="connsiteY10" fmla="*/ 18288 h 18288"/>
              <a:gd name="connsiteX11" fmla="*/ 1577340 w 4114800"/>
              <a:gd name="connsiteY11" fmla="*/ 18288 h 18288"/>
              <a:gd name="connsiteX12" fmla="*/ 973836 w 4114800"/>
              <a:gd name="connsiteY12" fmla="*/ 18288 h 18288"/>
              <a:gd name="connsiteX13" fmla="*/ 0 w 4114800"/>
              <a:gd name="connsiteY13" fmla="*/ 18288 h 18288"/>
              <a:gd name="connsiteX14" fmla="*/ 0 w 411480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0BB35"/>
          </a:solidFill>
          <a:ln w="38100" cap="rnd">
            <a:solidFill>
              <a:srgbClr val="F0BB35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40D279-AF09-8774-37BD-C0ACEC547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Objectif du laboratoire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L'expérience et détails des circuits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Les formules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Nos résultats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Interprétations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Comparaison des résultats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Les sources d’erreurs possibles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Comment améliorer les résultats (avec et sans budget)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500" b="1">
                <a:latin typeface="Arial Rounded MT Bold" panose="020F0704030504030204" pitchFamily="34" charset="0"/>
                <a:ea typeface="+mn-lt"/>
                <a:cs typeface="+mn-lt"/>
              </a:rPr>
              <a:t>Conclusion</a:t>
            </a:r>
            <a:endParaRPr lang="fr-FR" sz="1500">
              <a:latin typeface="Arial Rounded MT Bold" panose="020F0704030504030204" pitchFamily="34" charset="0"/>
            </a:endParaRPr>
          </a:p>
          <a:p>
            <a:pPr>
              <a:lnSpc>
                <a:spcPct val="100000"/>
              </a:lnSpc>
            </a:pPr>
            <a:endParaRPr lang="fr-FR" sz="1500"/>
          </a:p>
          <a:p>
            <a:pPr>
              <a:lnSpc>
                <a:spcPct val="100000"/>
              </a:lnSpc>
            </a:pPr>
            <a:endParaRPr lang="fr-FR" sz="15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0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 xmlns="">
          <p:pic>
            <p:nvPicPr>
              <p:cNvPr id="20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Image 4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F38CB4B-4757-75B2-386D-8FB26680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607070"/>
            <a:ext cx="5458968" cy="36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2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bjectif du laboratoire ?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1503875"/>
          </a:xfrm>
          <a:prstGeom prst="rect">
            <a:avLst/>
          </a:prstGeom>
        </p:spPr>
        <p:txBody>
          <a:bodyPr/>
          <a:lstStyle/>
          <a:p>
            <a:r>
              <a:rPr lang="fr-BE" u="sng">
                <a:latin typeface="Arial Rounded MT Bold"/>
              </a:rPr>
              <a:t>Objectif du laboratoire ?</a:t>
            </a:r>
            <a:r>
              <a:rPr lang="fr-BE">
                <a:latin typeface="Arial Rounded MT Bold"/>
              </a:rPr>
              <a:t> </a:t>
            </a:r>
          </a:p>
        </p:txBody>
      </p:sp>
      <p:sp>
        <p:nvSpPr>
          <p:cNvPr id="156" name="==&gt; Observer le premier principe de la thermodynamique :…"/>
          <p:cNvSpPr txBox="1">
            <a:spLocks noGrp="1"/>
          </p:cNvSpPr>
          <p:nvPr>
            <p:ph type="body" idx="1"/>
          </p:nvPr>
        </p:nvSpPr>
        <p:spPr>
          <a:xfrm>
            <a:off x="636851" y="967409"/>
            <a:ext cx="10581911" cy="340042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fr-FR"/>
          </a:p>
          <a:p>
            <a:pPr marL="0" indent="0" algn="ctr">
              <a:buNone/>
            </a:pPr>
            <a:r>
              <a:rPr lang="fr-FR" sz="2800">
                <a:latin typeface="Arial Rounded MT Bold" panose="020F0704030504030204" pitchFamily="34" charset="0"/>
              </a:rPr>
              <a:t>Etudier les pertes de charges subies par l’eau lors d’un  écoulement dans un circuit </a:t>
            </a:r>
          </a:p>
          <a:p>
            <a:pPr marL="0" indent="0" algn="ctr">
              <a:buNone/>
            </a:pPr>
            <a:endParaRPr lang="fr-BE"/>
          </a:p>
        </p:txBody>
      </p:sp>
      <p:sp>
        <p:nvSpPr>
          <p:cNvPr id="158" name="Avec :…"/>
          <p:cNvSpPr txBox="1"/>
          <p:nvPr/>
        </p:nvSpPr>
        <p:spPr>
          <a:xfrm>
            <a:off x="8352147" y="3234075"/>
            <a:ext cx="51361" cy="3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endParaRPr sz="2200">
              <a:latin typeface="Arial Rounded MT Bold" panose="020F0704030504030204" pitchFamily="34" charset="0"/>
            </a:endParaRPr>
          </a:p>
        </p:txBody>
      </p:sp>
      <p:sp>
        <p:nvSpPr>
          <p:cNvPr id="159" name="==&gt; Deux questions à se poser :…"/>
          <p:cNvSpPr txBox="1"/>
          <p:nvPr/>
        </p:nvSpPr>
        <p:spPr>
          <a:xfrm>
            <a:off x="1507052" y="5385392"/>
            <a:ext cx="51361" cy="3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 defTabSz="1219169">
              <a:spcBef>
                <a:spcPts val="1200"/>
              </a:spcBef>
              <a:defRPr sz="4400"/>
            </a:pPr>
            <a:endParaRPr sz="2200">
              <a:latin typeface="Arial Rounded MT Bold" panose="020F07040305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00A69BA-F4E8-5B55-8A4E-158F91C019F0}"/>
              </a:ext>
            </a:extLst>
          </p:cNvPr>
          <p:cNvSpPr txBox="1"/>
          <p:nvPr/>
        </p:nvSpPr>
        <p:spPr>
          <a:xfrm>
            <a:off x="488329" y="2674993"/>
            <a:ext cx="10237084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BE">
                <a:latin typeface="Arial Rounded MT Bold" panose="020F0704030504030204" pitchFamily="34" charset="0"/>
              </a:rPr>
              <a:t>Etapes :</a:t>
            </a:r>
          </a:p>
          <a:p>
            <a:r>
              <a:rPr lang="fr-BE">
                <a:latin typeface="Arial Rounded MT Bold" panose="020F0704030504030204" pitchFamily="34" charset="0"/>
              </a:rPr>
              <a:t>	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>
                <a:latin typeface="Arial Rounded MT Bold" panose="020F0704030504030204" pitchFamily="34" charset="0"/>
              </a:rPr>
              <a:t>détermination théorique des coefficients(    et      )) des pertes de charges </a:t>
            </a:r>
            <a:r>
              <a:rPr lang="fr-BE">
                <a:latin typeface="Aptos" panose="020B0004020202020204" pitchFamily="34" charset="0"/>
              </a:rPr>
              <a:t>→ Prépa </a:t>
            </a:r>
          </a:p>
          <a:p>
            <a:endParaRPr lang="fr-BE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>
                <a:latin typeface="Arial Rounded MT Bold"/>
              </a:rPr>
              <a:t>détermination expérimentales des coefficients de pertes de charges</a:t>
            </a:r>
          </a:p>
          <a:p>
            <a:endParaRPr lang="fr-BE">
              <a:latin typeface="Arial Rounded MT Bold" panose="020F07040305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>
                <a:latin typeface="Arial Rounded MT Bold"/>
              </a:rPr>
              <a:t>Tracer des lignes de charges et piézométrique d'un circuit réel</a:t>
            </a:r>
            <a:endParaRPr lang="fr-BE">
              <a:latin typeface="Aptos" panose="020B0004020202020204" pitchFamily="34" charset="0"/>
            </a:endParaRPr>
          </a:p>
          <a:p>
            <a:endParaRPr lang="fr-BE">
              <a:latin typeface="Arial Rounded MT Bold" panose="020F07040305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38358C2-6DCF-A4D5-7ED2-3569C5A7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656" y="3234075"/>
            <a:ext cx="137172" cy="31244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656FAA2-A72D-AF3E-F13D-8A72F425F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812" y="3329363"/>
            <a:ext cx="268300" cy="12186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L’expérien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fr-BE" u="sng" err="1">
                <a:latin typeface="Arial Rounded MT Bold"/>
              </a:rPr>
              <a:t>L’expérience</a:t>
            </a:r>
            <a:r>
              <a:rPr lang="fr-BE" u="sng">
                <a:latin typeface="Arial Rounded MT Bold"/>
              </a:rPr>
              <a:t> </a:t>
            </a:r>
          </a:p>
        </p:txBody>
      </p:sp>
      <p:sp>
        <p:nvSpPr>
          <p:cNvPr id="164" name="Texte"/>
          <p:cNvSpPr txBox="1"/>
          <p:nvPr/>
        </p:nvSpPr>
        <p:spPr>
          <a:xfrm>
            <a:off x="1069855" y="-1288479"/>
            <a:ext cx="70532" cy="143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 defTabSz="457200">
              <a:lnSpc>
                <a:spcPct val="100000"/>
              </a:lnSpc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sz="600"/>
              <a:t> </a:t>
            </a:r>
          </a:p>
        </p:txBody>
      </p:sp>
      <p:pic>
        <p:nvPicPr>
          <p:cNvPr id="3" name="Image 2" descr="Une image contenant fils électriques, câble, fourniture d’électricité, tuyau&#10;&#10;Le contenu généré par l’IA peut être incorrect.">
            <a:extLst>
              <a:ext uri="{FF2B5EF4-FFF2-40B4-BE49-F238E27FC236}">
                <a16:creationId xmlns:a16="http://schemas.microsoft.com/office/drawing/2014/main" id="{556E1CB1-93DB-496D-415E-3A4B7BB91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425" y="774823"/>
            <a:ext cx="3638607" cy="2278392"/>
          </a:xfrm>
          <a:prstGeom prst="rect">
            <a:avLst/>
          </a:prstGeom>
        </p:spPr>
      </p:pic>
      <p:pic>
        <p:nvPicPr>
          <p:cNvPr id="5" name="Image 4" descr="Une image contenant fils électriques, câble, outil, tuyau&#10;&#10;Le contenu généré par l’IA peut être incorrect.">
            <a:extLst>
              <a:ext uri="{FF2B5EF4-FFF2-40B4-BE49-F238E27FC236}">
                <a16:creationId xmlns:a16="http://schemas.microsoft.com/office/drawing/2014/main" id="{5E24CCF1-B08F-265E-103B-ABBC4BF65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325" y="3429168"/>
            <a:ext cx="3565789" cy="2768112"/>
          </a:xfrm>
          <a:prstGeom prst="rect">
            <a:avLst/>
          </a:prstGeom>
        </p:spPr>
      </p:pic>
      <p:pic>
        <p:nvPicPr>
          <p:cNvPr id="6" name="Image 5" descr="Une image contenant fils électriques, machine, Ingénierie électronique, câble&#10;&#10;Le contenu généré par l’IA peut être incorrect.">
            <a:extLst>
              <a:ext uri="{FF2B5EF4-FFF2-40B4-BE49-F238E27FC236}">
                <a16:creationId xmlns:a16="http://schemas.microsoft.com/office/drawing/2014/main" id="{0E7445E6-97D6-64E4-657C-10C4ADAA5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5045" y="2170"/>
            <a:ext cx="2340952" cy="3616288"/>
          </a:xfrm>
          <a:prstGeom prst="rect">
            <a:avLst/>
          </a:prstGeom>
        </p:spPr>
      </p:pic>
      <p:pic>
        <p:nvPicPr>
          <p:cNvPr id="7" name="Image 6" descr="Une image contenant Parallèle, fer, porte&#10;&#10;Le contenu généré par l’IA peut être incorrect.">
            <a:extLst>
              <a:ext uri="{FF2B5EF4-FFF2-40B4-BE49-F238E27FC236}">
                <a16:creationId xmlns:a16="http://schemas.microsoft.com/office/drawing/2014/main" id="{B8922359-0074-78C5-F0BE-2CBB192795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0073" y="3799236"/>
            <a:ext cx="2406387" cy="26817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B6E027D5-564E-CDB4-BA0F-782981F23AB4}"/>
                  </a:ext>
                </a:extLst>
              </p14:cNvPr>
              <p14:cNvContentPartPr/>
              <p14:nvPr/>
            </p14:nvContentPartPr>
            <p14:xfrm>
              <a:off x="7043332" y="3274171"/>
              <a:ext cx="871434" cy="990022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B6E027D5-564E-CDB4-BA0F-782981F23A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25342" y="3256177"/>
                <a:ext cx="907054" cy="1025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AC10959F-4055-EB2C-91A3-FFE1060D34B3}"/>
                  </a:ext>
                </a:extLst>
              </p14:cNvPr>
              <p14:cNvContentPartPr/>
              <p14:nvPr/>
            </p14:nvContentPartPr>
            <p14:xfrm>
              <a:off x="7538160" y="4466631"/>
              <a:ext cx="1252411" cy="1039565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AC10959F-4055-EB2C-91A3-FFE1060D34B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20166" y="4448639"/>
                <a:ext cx="1288040" cy="1075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8C28016-9B80-4442-3C18-33786B33685C}"/>
                  </a:ext>
                </a:extLst>
              </p14:cNvPr>
              <p14:cNvContentPartPr/>
              <p14:nvPr/>
            </p14:nvContentPartPr>
            <p14:xfrm>
              <a:off x="8913637" y="864373"/>
              <a:ext cx="505176" cy="65861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8C28016-9B80-4442-3C18-33786B3368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95646" y="846378"/>
                <a:ext cx="540797" cy="694247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Image 12" descr="Une image contenant fils électriques, câble, art, intérieur&#10;&#10;Le contenu généré par l’IA peut être incorrect.">
            <a:extLst>
              <a:ext uri="{FF2B5EF4-FFF2-40B4-BE49-F238E27FC236}">
                <a16:creationId xmlns:a16="http://schemas.microsoft.com/office/drawing/2014/main" id="{542C9082-0855-14C9-572E-21A3137D2C0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08214" y="2003219"/>
            <a:ext cx="5264728" cy="270312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0183FD62-3AE0-328B-1294-0B19768E38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75" t="3385"/>
          <a:stretch/>
        </p:blipFill>
        <p:spPr>
          <a:xfrm rot="5400000">
            <a:off x="3480579" y="-98944"/>
            <a:ext cx="5230841" cy="738076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4036439-EE56-C06C-4280-76E7801F3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639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Arial Rounded MT Bold" panose="020F0704030504030204" pitchFamily="34" charset="0"/>
              </a:rPr>
              <a:t>Circuit complet ( schéma)</a:t>
            </a:r>
            <a:br>
              <a:rPr lang="fr-FR" dirty="0">
                <a:latin typeface="Arial Rounded MT Bold" panose="020F0704030504030204" pitchFamily="34" charset="0"/>
              </a:rPr>
            </a:br>
            <a:endParaRPr lang="fr-FR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8684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C76E73-AE7E-DE63-AE30-4D27AD8A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>
                <a:latin typeface="Arial Rounded MT Bold"/>
                <a:cs typeface="Times New Roman"/>
              </a:rPr>
              <a:t>Détail circuit</a:t>
            </a:r>
            <a:r>
              <a:rPr lang="fr-FR" dirty="0">
                <a:latin typeface="Times New Roman"/>
                <a:cs typeface="Times New Roman"/>
              </a:rPr>
              <a:t> </a:t>
            </a:r>
            <a:r>
              <a:rPr lang="fr-FR" dirty="0">
                <a:latin typeface="Arial Rounded MT Bold"/>
                <a:cs typeface="Times New Roman"/>
              </a:rPr>
              <a:t>gauche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59452BA-D459-396A-D07F-581810D66E1C}"/>
              </a:ext>
            </a:extLst>
          </p:cNvPr>
          <p:cNvSpPr txBox="1"/>
          <p:nvPr/>
        </p:nvSpPr>
        <p:spPr>
          <a:xfrm>
            <a:off x="7481330" y="1467405"/>
            <a:ext cx="4040574" cy="2508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latin typeface="Arial Rounded MT Bold"/>
              </a:rPr>
              <a:t>1.Coude </a:t>
            </a:r>
            <a:r>
              <a:rPr lang="fr-FR" dirty="0" err="1">
                <a:latin typeface="Arial Rounded MT Bold"/>
              </a:rPr>
              <a:t>bicône</a:t>
            </a:r>
            <a:r>
              <a:rPr lang="fr-FR" dirty="0">
                <a:latin typeface="Arial Rounded MT Bold"/>
              </a:rPr>
              <a:t> 90°</a:t>
            </a:r>
          </a:p>
          <a:p>
            <a:r>
              <a:rPr lang="fr-FR" dirty="0">
                <a:latin typeface="Arial Rounded MT Bold"/>
              </a:rPr>
              <a:t>2.TE </a:t>
            </a:r>
            <a:r>
              <a:rPr lang="fr-FR" dirty="0" err="1">
                <a:latin typeface="Arial Rounded MT Bold"/>
              </a:rPr>
              <a:t>bicône</a:t>
            </a:r>
            <a:r>
              <a:rPr lang="fr-FR" dirty="0">
                <a:latin typeface="Arial Rounded MT Bold"/>
              </a:rPr>
              <a:t> </a:t>
            </a:r>
          </a:p>
          <a:p>
            <a:r>
              <a:rPr lang="fr-FR" dirty="0">
                <a:latin typeface="Arial Rounded MT Bold"/>
              </a:rPr>
              <a:t>3. Élargissement </a:t>
            </a:r>
            <a:r>
              <a:rPr lang="fr-FR" sz="2400" b="1" dirty="0">
                <a:latin typeface="Arial Rounded MT Bold" panose="020F0704030504030204" pitchFamily="34" charset="0"/>
              </a:rPr>
              <a:t>⌀</a:t>
            </a:r>
            <a:r>
              <a:rPr lang="fr-FR" dirty="0">
                <a:latin typeface="Arial Rounded MT Bold"/>
              </a:rPr>
              <a:t>15</a:t>
            </a:r>
          </a:p>
          <a:p>
            <a:pPr marL="288000" lvl="1">
              <a:lnSpc>
                <a:spcPts val="3000"/>
              </a:lnSpc>
            </a:pPr>
            <a:r>
              <a:rPr lang="fr-FR" dirty="0">
                <a:latin typeface="Arial Rounded MT Bold"/>
              </a:rPr>
              <a:t>(</a:t>
            </a:r>
            <a:r>
              <a:rPr lang="fr-FR" sz="2400" b="1" dirty="0">
                <a:latin typeface="Arial Rounded MT Bold" panose="020F0704030504030204" pitchFamily="34" charset="0"/>
              </a:rPr>
              <a:t>⌀</a:t>
            </a:r>
            <a:r>
              <a:rPr lang="fr-FR" sz="1200" dirty="0">
                <a:latin typeface="Arial Rounded MT Bold" panose="020F0704030504030204" pitchFamily="34" charset="0"/>
              </a:rPr>
              <a:t>int</a:t>
            </a:r>
            <a:r>
              <a:rPr lang="fr-FR" dirty="0">
                <a:latin typeface="Arial Rounded MT Bold"/>
              </a:rPr>
              <a:t>13) à </a:t>
            </a:r>
            <a:r>
              <a:rPr lang="fr-FR" sz="3600" b="1" dirty="0">
                <a:latin typeface="Arial Rounded MT Bold" panose="020F0704030504030204" pitchFamily="34" charset="0"/>
              </a:rPr>
              <a:t>⌀</a:t>
            </a:r>
            <a:r>
              <a:rPr lang="fr-FR" dirty="0">
                <a:latin typeface="Arial Rounded MT Bold"/>
              </a:rPr>
              <a:t>22 (</a:t>
            </a:r>
            <a:r>
              <a:rPr lang="fr-FR" sz="2400" b="1" dirty="0">
                <a:latin typeface="Arial Rounded MT Bold" panose="020F0704030504030204" pitchFamily="34" charset="0"/>
              </a:rPr>
              <a:t>⌀</a:t>
            </a:r>
            <a:r>
              <a:rPr lang="fr-FR" sz="1200" dirty="0">
                <a:latin typeface="Arial Rounded MT Bold" panose="020F0704030504030204" pitchFamily="34" charset="0"/>
              </a:rPr>
              <a:t>int</a:t>
            </a:r>
            <a:r>
              <a:rPr lang="fr-FR" dirty="0">
                <a:latin typeface="Arial Rounded MT Bold"/>
              </a:rPr>
              <a:t>20)</a:t>
            </a:r>
          </a:p>
          <a:p>
            <a:r>
              <a:rPr lang="fr-FR" dirty="0">
                <a:latin typeface="Arial Rounded MT Bold"/>
              </a:rPr>
              <a:t>4. </a:t>
            </a:r>
            <a:r>
              <a:rPr lang="fr-FR" dirty="0" err="1">
                <a:latin typeface="Arial Rounded MT Bold"/>
              </a:rPr>
              <a:t>Rétrecissement</a:t>
            </a:r>
            <a:r>
              <a:rPr lang="fr-FR" dirty="0">
                <a:latin typeface="Arial Rounded MT Bold"/>
              </a:rPr>
              <a:t> 22 (20) à 15 (13)</a:t>
            </a:r>
          </a:p>
          <a:p>
            <a:r>
              <a:rPr lang="fr-FR" dirty="0">
                <a:latin typeface="Arial Rounded MT Bold"/>
              </a:rPr>
              <a:t>5. Coude brasé 90° Court</a:t>
            </a:r>
          </a:p>
          <a:p>
            <a:r>
              <a:rPr lang="fr-FR" dirty="0">
                <a:latin typeface="Arial Rounded MT Bold"/>
              </a:rPr>
              <a:t>6. Coude brasé 90° Large </a:t>
            </a:r>
          </a:p>
          <a:p>
            <a:endParaRPr lang="fr-FR" dirty="0">
              <a:latin typeface="Arial Rounded MT Bold"/>
            </a:endParaRPr>
          </a:p>
        </p:txBody>
      </p:sp>
      <p:pic>
        <p:nvPicPr>
          <p:cNvPr id="8" name="Image 7" descr="Une image contenant vélo, levier&#10;&#10;Le contenu généré par l’IA peut être incorrect.">
            <a:extLst>
              <a:ext uri="{FF2B5EF4-FFF2-40B4-BE49-F238E27FC236}">
                <a16:creationId xmlns:a16="http://schemas.microsoft.com/office/drawing/2014/main" id="{997B6608-559E-B121-9C98-33C455BEA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330" y="4192608"/>
            <a:ext cx="3597876" cy="1975457"/>
          </a:xfrm>
          <a:prstGeom prst="rect">
            <a:avLst/>
          </a:prstGeom>
        </p:spPr>
      </p:pic>
      <p:pic>
        <p:nvPicPr>
          <p:cNvPr id="10" name="Image 9" descr="Une image contenant dessin, croquis, art, fourniture d’électricité&#10;&#10;Le contenu généré par l’IA peut être incorrect.">
            <a:extLst>
              <a:ext uri="{FF2B5EF4-FFF2-40B4-BE49-F238E27FC236}">
                <a16:creationId xmlns:a16="http://schemas.microsoft.com/office/drawing/2014/main" id="{2B542BEC-FA12-6FC4-7888-A63E3CA74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70" y="1467405"/>
            <a:ext cx="7076216" cy="470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44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546F2D-310D-1E13-2212-80D673B6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latin typeface="Arial Rounded MT Bold"/>
              </a:rPr>
              <a:t>Détail circuit</a:t>
            </a:r>
            <a:r>
              <a:rPr lang="fr-FR">
                <a:latin typeface="Times New Roman"/>
                <a:cs typeface="Times New Roman"/>
              </a:rPr>
              <a:t> </a:t>
            </a:r>
            <a:r>
              <a:rPr lang="fr-FR">
                <a:latin typeface="Arial Rounded MT Bold"/>
              </a:rPr>
              <a:t>droite</a:t>
            </a:r>
          </a:p>
        </p:txBody>
      </p:sp>
      <p:pic>
        <p:nvPicPr>
          <p:cNvPr id="5" name="Image 4" descr="Une image contenant fourniture d’électricité, fils électriques&#10;&#10;Le contenu généré par l’IA peut être incorrect.">
            <a:extLst>
              <a:ext uri="{FF2B5EF4-FFF2-40B4-BE49-F238E27FC236}">
                <a16:creationId xmlns:a16="http://schemas.microsoft.com/office/drawing/2014/main" id="{2C7EE658-7C89-D97A-9775-1CFE3D033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221" y="1824533"/>
            <a:ext cx="6204858" cy="435193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A49B876-E580-499F-2388-EA66A3B3FCF1}"/>
              </a:ext>
            </a:extLst>
          </p:cNvPr>
          <p:cNvSpPr txBox="1"/>
          <p:nvPr/>
        </p:nvSpPr>
        <p:spPr>
          <a:xfrm>
            <a:off x="7147958" y="1824533"/>
            <a:ext cx="420584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latin typeface="Arial Rounded MT Bold"/>
              </a:rPr>
              <a:t>1 Coude</a:t>
            </a:r>
            <a:r>
              <a:rPr lang="fr-FR" dirty="0">
                <a:latin typeface="Arial Rounded MT Bold"/>
                <a:ea typeface="+mn-lt"/>
                <a:cs typeface="+mn-lt"/>
              </a:rPr>
              <a:t> </a:t>
            </a:r>
            <a:r>
              <a:rPr lang="fr-FR" dirty="0" err="1">
                <a:latin typeface="Arial Rounded MT Bold"/>
                <a:ea typeface="+mn-lt"/>
                <a:cs typeface="+mn-lt"/>
              </a:rPr>
              <a:t>bicône</a:t>
            </a:r>
            <a:r>
              <a:rPr lang="fr-FR" dirty="0">
                <a:latin typeface="Arial Rounded MT Bold"/>
                <a:ea typeface="+mn-lt"/>
                <a:cs typeface="+mn-lt"/>
              </a:rPr>
              <a:t> 90°</a:t>
            </a:r>
          </a:p>
          <a:p>
            <a:r>
              <a:rPr lang="fr-FR" dirty="0">
                <a:latin typeface="Arial Rounded MT Bold"/>
              </a:rPr>
              <a:t>2.</a:t>
            </a:r>
            <a:r>
              <a:rPr lang="fr-FR" dirty="0">
                <a:latin typeface="Arial Rounded MT Bold"/>
                <a:ea typeface="+mn-lt"/>
                <a:cs typeface="+mn-lt"/>
              </a:rPr>
              <a:t> TE </a:t>
            </a:r>
            <a:r>
              <a:rPr lang="fr-FR" dirty="0" err="1">
                <a:latin typeface="Arial Rounded MT Bold"/>
                <a:ea typeface="+mn-lt"/>
                <a:cs typeface="+mn-lt"/>
              </a:rPr>
              <a:t>bicône</a:t>
            </a:r>
            <a:endParaRPr lang="fr-FR" dirty="0">
              <a:latin typeface="Arial Rounded MT Bold"/>
              <a:ea typeface="+mn-lt"/>
              <a:cs typeface="+mn-lt"/>
            </a:endParaRPr>
          </a:p>
          <a:p>
            <a:r>
              <a:rPr lang="fr-FR" dirty="0">
                <a:latin typeface="Arial Rounded MT Bold"/>
              </a:rPr>
              <a:t>3.</a:t>
            </a:r>
            <a:r>
              <a:rPr lang="fr-FR" dirty="0">
                <a:latin typeface="Arial Rounded MT Bold"/>
                <a:ea typeface="+mn-lt"/>
                <a:cs typeface="+mn-lt"/>
              </a:rPr>
              <a:t> Coude brasé 90° (large)</a:t>
            </a:r>
          </a:p>
          <a:p>
            <a:r>
              <a:rPr lang="fr-FR" dirty="0">
                <a:latin typeface="Arial Rounded MT Bold"/>
              </a:rPr>
              <a:t>4.</a:t>
            </a:r>
            <a:r>
              <a:rPr lang="fr-FR" dirty="0">
                <a:latin typeface="Arial Rounded MT Bold"/>
                <a:ea typeface="+mn-lt"/>
                <a:cs typeface="+mn-lt"/>
              </a:rPr>
              <a:t> U brasé  4 coudes courts brasés</a:t>
            </a:r>
          </a:p>
          <a:p>
            <a:r>
              <a:rPr lang="fr-FR" dirty="0">
                <a:latin typeface="Arial Rounded MT Bold"/>
                <a:ea typeface="+mn-lt"/>
                <a:cs typeface="+mn-lt"/>
              </a:rPr>
              <a:t>     90°</a:t>
            </a:r>
          </a:p>
          <a:p>
            <a:r>
              <a:rPr lang="fr-FR" dirty="0">
                <a:latin typeface="Arial Rounded MT Bold"/>
              </a:rPr>
              <a:t>5.</a:t>
            </a:r>
            <a:r>
              <a:rPr lang="fr-FR" dirty="0">
                <a:latin typeface="Arial Rounded MT Bold"/>
                <a:ea typeface="+mn-lt"/>
                <a:cs typeface="+mn-lt"/>
              </a:rPr>
              <a:t> Coude brasé 45° (large)</a:t>
            </a:r>
          </a:p>
          <a:p>
            <a:r>
              <a:rPr lang="fr-FR" dirty="0">
                <a:latin typeface="Arial Rounded MT Bold"/>
              </a:rPr>
              <a:t>6.</a:t>
            </a:r>
            <a:r>
              <a:rPr lang="fr-FR" dirty="0">
                <a:latin typeface="Arial Rounded MT Bold"/>
                <a:ea typeface="+mn-lt"/>
                <a:cs typeface="+mn-lt"/>
              </a:rPr>
              <a:t> Coude brasé 45° (court)</a:t>
            </a:r>
          </a:p>
          <a:p>
            <a:r>
              <a:rPr lang="fr-FR" dirty="0">
                <a:latin typeface="Arial Rounded MT Bold"/>
              </a:rPr>
              <a:t>7.</a:t>
            </a:r>
            <a:r>
              <a:rPr lang="fr-FR" dirty="0">
                <a:latin typeface="Arial Rounded MT Bold"/>
                <a:ea typeface="+mn-lt"/>
                <a:cs typeface="+mn-lt"/>
              </a:rPr>
              <a:t> Coude </a:t>
            </a:r>
            <a:r>
              <a:rPr lang="fr-FR" dirty="0" err="1">
                <a:latin typeface="Arial Rounded MT Bold"/>
                <a:ea typeface="+mn-lt"/>
                <a:cs typeface="+mn-lt"/>
              </a:rPr>
              <a:t>bicône</a:t>
            </a:r>
            <a:r>
              <a:rPr lang="fr-FR" dirty="0">
                <a:latin typeface="Arial Rounded MT Bold"/>
                <a:ea typeface="+mn-lt"/>
                <a:cs typeface="+mn-lt"/>
              </a:rPr>
              <a:t> 90°</a:t>
            </a:r>
            <a:endParaRPr lang="fr-FR" dirty="0">
              <a:latin typeface="Arial Rounded MT Bold"/>
            </a:endParaRPr>
          </a:p>
        </p:txBody>
      </p:sp>
      <p:pic>
        <p:nvPicPr>
          <p:cNvPr id="7" name="Image 6" descr="Une image contenant outil, ongle, personne, intérieur&#10;&#10;Le contenu généré par l’IA peut être incorrect.">
            <a:extLst>
              <a:ext uri="{FF2B5EF4-FFF2-40B4-BE49-F238E27FC236}">
                <a16:creationId xmlns:a16="http://schemas.microsoft.com/office/drawing/2014/main" id="{0557DA77-FA4D-5220-1775-2C284F781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350" y="4132857"/>
            <a:ext cx="2899490" cy="203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2328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B673A20-FA3A-4492-40E8-45FD65471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 u="sng">
                <a:latin typeface="Arial Rounded MT Bold" panose="020F0704030504030204" pitchFamily="34" charset="0"/>
              </a:rPr>
              <a:t>Les </a:t>
            </a:r>
            <a:r>
              <a:rPr lang="en-US" sz="5600" u="sng" err="1">
                <a:latin typeface="Arial Rounded MT Bold" panose="020F0704030504030204" pitchFamily="34" charset="0"/>
              </a:rPr>
              <a:t>formules</a:t>
            </a:r>
            <a:endParaRPr lang="en-US" sz="5600" u="sng">
              <a:latin typeface="Arial Rounded MT Bold" panose="020F0704030504030204" pitchFamily="34" charset="0"/>
            </a:endParaRP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A2750C89-8384-0B38-84DD-A88BB87C2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965846"/>
              </p:ext>
            </p:extLst>
          </p:nvPr>
        </p:nvGraphicFramePr>
        <p:xfrm>
          <a:off x="2009422" y="2415822"/>
          <a:ext cx="8168640" cy="2335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621310783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95675271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r>
                        <a:rPr lang="fr-FR">
                          <a:solidFill>
                            <a:schemeClr val="tx1"/>
                          </a:solidFill>
                          <a:latin typeface="Aptos"/>
                        </a:rPr>
                        <a:t>Perte de charge réparties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i="0" u="none" strike="noStrike" noProof="0">
                          <a:solidFill>
                            <a:schemeClr val="tx1"/>
                          </a:solidFill>
                          <a:latin typeface="Aptos"/>
                        </a:rPr>
                        <a:t>Perte de charge singulières</a:t>
                      </a:r>
                      <a:endParaRPr lang="fr-F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286398"/>
                  </a:ext>
                </a:extLst>
              </a:tr>
              <a:tr h="1280158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048609"/>
                  </a:ext>
                </a:extLst>
              </a:tr>
              <a:tr h="684997">
                <a:tc>
                  <a:txBody>
                    <a:bodyPr/>
                    <a:lstStyle/>
                    <a:p>
                      <a:r>
                        <a:rPr lang="fr-FR">
                          <a:latin typeface="Aptos"/>
                        </a:rPr>
                        <a:t>Continu d’un conduit rectiligne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Aptos"/>
                        </a:rPr>
                        <a:t>En point précis où il y a perturbations de l'écoulement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38132"/>
                  </a:ext>
                </a:extLst>
              </a:tr>
            </a:tbl>
          </a:graphicData>
        </a:graphic>
      </p:graphicFrame>
      <p:pic>
        <p:nvPicPr>
          <p:cNvPr id="6" name="Image 5" descr="Une image contenant Police, blanc, diagramme, texte&#10;&#10;Le contenu généré par l’IA peut être incorrect.">
            <a:extLst>
              <a:ext uri="{FF2B5EF4-FFF2-40B4-BE49-F238E27FC236}">
                <a16:creationId xmlns:a16="http://schemas.microsoft.com/office/drawing/2014/main" id="{7CF21D06-1F28-731A-281A-169B150DC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040" y="3034503"/>
            <a:ext cx="3409025" cy="774199"/>
          </a:xfrm>
          <a:prstGeom prst="rect">
            <a:avLst/>
          </a:prstGeom>
        </p:spPr>
      </p:pic>
      <p:pic>
        <p:nvPicPr>
          <p:cNvPr id="7" name="Image 6" descr="Une image contenant texte, Police, Graphique, blanc&#10;&#10;Le contenu généré par l’IA peut être incorrect.">
            <a:extLst>
              <a:ext uri="{FF2B5EF4-FFF2-40B4-BE49-F238E27FC236}">
                <a16:creationId xmlns:a16="http://schemas.microsoft.com/office/drawing/2014/main" id="{7A490E90-8A38-656B-8F50-C74F6B984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392" y="2970710"/>
            <a:ext cx="3372032" cy="84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1660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B4F26F-164A-F21F-C3D8-16494668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90" y="779721"/>
            <a:ext cx="8541559" cy="604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u="sng" err="1">
                <a:latin typeface="Arial Rounded MT Bold"/>
              </a:rPr>
              <a:t>Droites</a:t>
            </a:r>
            <a:r>
              <a:rPr lang="en-US" sz="4000" u="sng">
                <a:latin typeface="Arial Rounded MT Bold"/>
              </a:rPr>
              <a:t> de charges circuit gauche debit max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02E6928C-1856-6801-C73C-D19659662093}"/>
                  </a:ext>
                </a:extLst>
              </p14:cNvPr>
              <p14:cNvContentPartPr/>
              <p14:nvPr/>
            </p14:nvContentPartPr>
            <p14:xfrm>
              <a:off x="5526974" y="5238751"/>
              <a:ext cx="8659" cy="8659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02E6928C-1856-6801-C73C-D1965966209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024" y="4805801"/>
                <a:ext cx="865900" cy="86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E15F97FD-BE10-8A92-C804-A9D7E44D280B}"/>
                  </a:ext>
                </a:extLst>
              </p14:cNvPr>
              <p14:cNvContentPartPr/>
              <p14:nvPr/>
            </p14:nvContentPartPr>
            <p14:xfrm>
              <a:off x="9074726" y="5421827"/>
              <a:ext cx="8659" cy="8659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E15F97FD-BE10-8A92-C804-A9D7E44D28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1776" y="4988877"/>
                <a:ext cx="865900" cy="8659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269BA6E4-C0EE-0349-7BC5-0B04F5AF5D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4" t="7655" r="7978" b="3004"/>
          <a:stretch/>
        </p:blipFill>
        <p:spPr>
          <a:xfrm>
            <a:off x="62011" y="1384633"/>
            <a:ext cx="10241251" cy="534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4812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DB2A0-D924-A985-871D-102F89C81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AFCE67AC-32E9-5D86-7DB0-957F1D9F4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7C6667-9F8B-F3DE-4913-FD61E887F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90" y="779721"/>
            <a:ext cx="8541559" cy="604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u="sng" err="1">
                <a:latin typeface="Arial Rounded MT Bold"/>
              </a:rPr>
              <a:t>Droites</a:t>
            </a:r>
            <a:r>
              <a:rPr lang="en-US" sz="4000" u="sng">
                <a:latin typeface="Arial Rounded MT Bold"/>
              </a:rPr>
              <a:t> de charges circuit gauche debit demi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7706C5C0-520E-5893-2A2F-A13BF987604E}"/>
                  </a:ext>
                </a:extLst>
              </p14:cNvPr>
              <p14:cNvContentPartPr/>
              <p14:nvPr/>
            </p14:nvContentPartPr>
            <p14:xfrm>
              <a:off x="5526974" y="5238751"/>
              <a:ext cx="8659" cy="8659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7706C5C0-520E-5893-2A2F-A13BF98760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024" y="4805801"/>
                <a:ext cx="865900" cy="86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1218EB5C-4FE5-661F-7866-8F442817F5F3}"/>
                  </a:ext>
                </a:extLst>
              </p14:cNvPr>
              <p14:cNvContentPartPr/>
              <p14:nvPr/>
            </p14:nvContentPartPr>
            <p14:xfrm>
              <a:off x="9074726" y="5421827"/>
              <a:ext cx="8659" cy="8659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1218EB5C-4FE5-661F-7866-8F442817F5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1776" y="4988877"/>
                <a:ext cx="865900" cy="8659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 5" descr="Une image contenant texte, ligne, diagramme, Tracé&#10;&#10;Le contenu généré par l’IA peut être incorrect.">
            <a:extLst>
              <a:ext uri="{FF2B5EF4-FFF2-40B4-BE49-F238E27FC236}">
                <a16:creationId xmlns:a16="http://schemas.microsoft.com/office/drawing/2014/main" id="{39F4A822-13D2-C3FF-780B-1669BFDD4F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" t="7794" r="9005" b="3213"/>
          <a:stretch/>
        </p:blipFill>
        <p:spPr>
          <a:xfrm>
            <a:off x="74427" y="1393441"/>
            <a:ext cx="10281685" cy="546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86834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95DB93B-67D9-C95C-2051-3FD432245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 u="sng" err="1">
                <a:latin typeface="Arial Rounded MT Bold" panose="020F0704030504030204" pitchFamily="34" charset="0"/>
              </a:rPr>
              <a:t>Résultat</a:t>
            </a:r>
            <a:r>
              <a:rPr lang="en-US" sz="5600" u="sng">
                <a:latin typeface="Arial Rounded MT Bold" panose="020F0704030504030204" pitchFamily="34" charset="0"/>
              </a:rPr>
              <a:t> Circuit gauche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4247B47-64E7-1DAD-AA6A-580AC7A8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7777"/>
          <a:stretch/>
        </p:blipFill>
        <p:spPr>
          <a:xfrm>
            <a:off x="99727" y="2068706"/>
            <a:ext cx="1834210" cy="66221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4247B47-64E7-1DAD-AA6A-580AC7A8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000" b="38582"/>
          <a:stretch/>
        </p:blipFill>
        <p:spPr>
          <a:xfrm>
            <a:off x="99727" y="2720291"/>
            <a:ext cx="1834210" cy="340242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4247B47-64E7-1DAD-AA6A-580AC7A88E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631" b="19409"/>
          <a:stretch/>
        </p:blipFill>
        <p:spPr>
          <a:xfrm>
            <a:off x="99727" y="3034323"/>
            <a:ext cx="1834210" cy="326592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5995542F-0928-6D3A-0D96-68B5EC5A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91" b="78557"/>
          <a:stretch/>
        </p:blipFill>
        <p:spPr>
          <a:xfrm>
            <a:off x="1933937" y="2011949"/>
            <a:ext cx="10258063" cy="684376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5995542F-0928-6D3A-0D96-68B5EC5A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91" t="47459" b="40777"/>
          <a:stretch/>
        </p:blipFill>
        <p:spPr>
          <a:xfrm>
            <a:off x="1933937" y="2658790"/>
            <a:ext cx="10258063" cy="37545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5995542F-0928-6D3A-0D96-68B5EC5A27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91" t="66666" b="23960"/>
          <a:stretch/>
        </p:blipFill>
        <p:spPr>
          <a:xfrm>
            <a:off x="1933936" y="3038481"/>
            <a:ext cx="10258063" cy="299160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3BA58598-7AE5-7810-E3BE-9D5AB299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618" t="7623"/>
          <a:stretch/>
        </p:blipFill>
        <p:spPr>
          <a:xfrm rot="5400000">
            <a:off x="3428301" y="1230793"/>
            <a:ext cx="1129518" cy="74948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" name="Encre 26">
                <a:extLst>
                  <a:ext uri="{FF2B5EF4-FFF2-40B4-BE49-F238E27FC236}">
                    <a16:creationId xmlns:a16="http://schemas.microsoft.com/office/drawing/2014/main" id="{D303FA76-77F0-7605-1AE9-320CCBE6581C}"/>
                  </a:ext>
                </a:extLst>
              </p14:cNvPr>
              <p14:cNvContentPartPr/>
              <p14:nvPr/>
            </p14:nvContentPartPr>
            <p14:xfrm>
              <a:off x="5316262" y="4835696"/>
              <a:ext cx="2387880" cy="789840"/>
            </p14:xfrm>
          </p:contentPart>
        </mc:Choice>
        <mc:Fallback xmlns="">
          <p:pic>
            <p:nvPicPr>
              <p:cNvPr id="27" name="Encre 26">
                <a:extLst>
                  <a:ext uri="{FF2B5EF4-FFF2-40B4-BE49-F238E27FC236}">
                    <a16:creationId xmlns:a16="http://schemas.microsoft.com/office/drawing/2014/main" id="{D303FA76-77F0-7605-1AE9-320CCBE658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10143" y="4829576"/>
                <a:ext cx="2400118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9" name="Encre 28">
                <a:extLst>
                  <a:ext uri="{FF2B5EF4-FFF2-40B4-BE49-F238E27FC236}">
                    <a16:creationId xmlns:a16="http://schemas.microsoft.com/office/drawing/2014/main" id="{D0F66784-6244-CA96-C01D-690507E5120B}"/>
                  </a:ext>
                </a:extLst>
              </p14:cNvPr>
              <p14:cNvContentPartPr/>
              <p14:nvPr/>
            </p14:nvContentPartPr>
            <p14:xfrm>
              <a:off x="116062" y="4649936"/>
              <a:ext cx="900360" cy="1176840"/>
            </p14:xfrm>
          </p:contentPart>
        </mc:Choice>
        <mc:Fallback xmlns="">
          <p:pic>
            <p:nvPicPr>
              <p:cNvPr id="29" name="Encre 28">
                <a:extLst>
                  <a:ext uri="{FF2B5EF4-FFF2-40B4-BE49-F238E27FC236}">
                    <a16:creationId xmlns:a16="http://schemas.microsoft.com/office/drawing/2014/main" id="{D0F66784-6244-CA96-C01D-690507E5120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942" y="4643816"/>
                <a:ext cx="912600" cy="11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1422437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79458-C3A2-F9DE-D073-F72A87EB5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BE34808-A3D6-4C6F-5DC5-E944C3665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7C4637-25C1-BE83-42E2-D2473B2C4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90" y="779721"/>
            <a:ext cx="8541559" cy="604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u="sng" err="1">
                <a:latin typeface="Arial Rounded MT Bold"/>
              </a:rPr>
              <a:t>Droites</a:t>
            </a:r>
            <a:r>
              <a:rPr lang="en-US" sz="4000" u="sng">
                <a:latin typeface="Arial Rounded MT Bold"/>
              </a:rPr>
              <a:t> de charges circuit droite debit plein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F7FF1C20-64F0-5A9E-632A-51A8E2F5F11D}"/>
                  </a:ext>
                </a:extLst>
              </p14:cNvPr>
              <p14:cNvContentPartPr/>
              <p14:nvPr/>
            </p14:nvContentPartPr>
            <p14:xfrm>
              <a:off x="5526974" y="5238751"/>
              <a:ext cx="8659" cy="8659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F7FF1C20-64F0-5A9E-632A-51A8E2F5F1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024" y="4805801"/>
                <a:ext cx="865900" cy="86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0407BB45-EE0D-ED61-E58F-34EA0E8F5867}"/>
                  </a:ext>
                </a:extLst>
              </p14:cNvPr>
              <p14:cNvContentPartPr/>
              <p14:nvPr/>
            </p14:nvContentPartPr>
            <p14:xfrm>
              <a:off x="9074726" y="5421827"/>
              <a:ext cx="8659" cy="8659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0407BB45-EE0D-ED61-E58F-34EA0E8F5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1776" y="4988877"/>
                <a:ext cx="865900" cy="8659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AC7AF9DB-928A-9403-F231-264332D055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7" t="7753" r="9528" b="3778"/>
          <a:stretch/>
        </p:blipFill>
        <p:spPr>
          <a:xfrm>
            <a:off x="69112" y="1389371"/>
            <a:ext cx="10260418" cy="546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6126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886A2-2F97-E7AD-7711-EE660944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3F41AB1-B3B6-B1A6-165F-A3BFB9DA7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76638A-4E2E-B202-0BF7-D296AC471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090" y="779721"/>
            <a:ext cx="8541559" cy="604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4000" u="sng" err="1">
                <a:latin typeface="Arial Rounded MT Bold"/>
              </a:rPr>
              <a:t>Droites</a:t>
            </a:r>
            <a:r>
              <a:rPr lang="en-US" sz="4000" u="sng">
                <a:latin typeface="Arial Rounded MT Bold"/>
              </a:rPr>
              <a:t> de charges circuit droite debit demi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Encre 4">
                <a:extLst>
                  <a:ext uri="{FF2B5EF4-FFF2-40B4-BE49-F238E27FC236}">
                    <a16:creationId xmlns:a16="http://schemas.microsoft.com/office/drawing/2014/main" id="{CF3D2C54-53FD-9A29-E829-15E129937DBC}"/>
                  </a:ext>
                </a:extLst>
              </p14:cNvPr>
              <p14:cNvContentPartPr/>
              <p14:nvPr/>
            </p14:nvContentPartPr>
            <p14:xfrm>
              <a:off x="5526974" y="5238751"/>
              <a:ext cx="8659" cy="8659"/>
            </p14:xfrm>
          </p:contentPart>
        </mc:Choice>
        <mc:Fallback xmlns="">
          <p:pic>
            <p:nvPicPr>
              <p:cNvPr id="5" name="Encre 4">
                <a:extLst>
                  <a:ext uri="{FF2B5EF4-FFF2-40B4-BE49-F238E27FC236}">
                    <a16:creationId xmlns:a16="http://schemas.microsoft.com/office/drawing/2014/main" id="{CF3D2C54-53FD-9A29-E829-15E129937D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94024" y="4805801"/>
                <a:ext cx="865900" cy="865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F5F4F360-A1BE-0F9F-D30D-5EACE41C09F8}"/>
                  </a:ext>
                </a:extLst>
              </p14:cNvPr>
              <p14:cNvContentPartPr/>
              <p14:nvPr/>
            </p14:nvContentPartPr>
            <p14:xfrm>
              <a:off x="9074726" y="5421827"/>
              <a:ext cx="8659" cy="8659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F5F4F360-A1BE-0F9F-D30D-5EACE41C09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41776" y="4988877"/>
                <a:ext cx="865900" cy="8659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 5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391F3D06-BB7A-3D3F-CD91-76BF6393C4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12" t="7368" r="9086" b="3111"/>
          <a:stretch/>
        </p:blipFill>
        <p:spPr>
          <a:xfrm>
            <a:off x="188456" y="1427515"/>
            <a:ext cx="9982573" cy="535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4855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8B80E-170D-45BF-2ADC-718E7389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645225-3FE4-3132-FC7D-63A797044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96867FE-FA7F-20BA-2E43-A3EEBB35E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153344-26BE-45DE-3593-6AAF54E1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839865"/>
            <a:ext cx="10909640" cy="9049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5600" u="sng" err="1">
                <a:latin typeface="Arial Rounded MT Bold" panose="020F0704030504030204" pitchFamily="34" charset="0"/>
              </a:rPr>
              <a:t>Résultat</a:t>
            </a:r>
            <a:r>
              <a:rPr lang="en-US" sz="5600" u="sng">
                <a:latin typeface="Arial Rounded MT Bold" panose="020F0704030504030204" pitchFamily="34" charset="0"/>
              </a:rPr>
              <a:t> Circuit droit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A17CA75-859D-7EC0-AF14-8DA5774B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47" r="30107" b="79611"/>
          <a:stretch/>
        </p:blipFill>
        <p:spPr>
          <a:xfrm>
            <a:off x="2174359" y="2159621"/>
            <a:ext cx="4806472" cy="65099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0934598-B6DD-BD81-C411-EAF1ADC2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270" b="79611"/>
          <a:stretch/>
        </p:blipFill>
        <p:spPr>
          <a:xfrm>
            <a:off x="434758" y="2159621"/>
            <a:ext cx="1739600" cy="6509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5ABDAC5-C8E3-4E57-EBEF-22C5F58BF9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12" r="89270" b="62407"/>
          <a:stretch/>
        </p:blipFill>
        <p:spPr>
          <a:xfrm>
            <a:off x="434758" y="2810620"/>
            <a:ext cx="1739600" cy="2771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A17CA75-859D-7EC0-AF14-8DA5774BD6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247" t="29055" r="30269" b="62964"/>
          <a:stretch/>
        </p:blipFill>
        <p:spPr>
          <a:xfrm>
            <a:off x="2174359" y="2803638"/>
            <a:ext cx="4806472" cy="24976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57244A9-C151-81D9-E271-5E41FE5C5E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71" t="1886" b="76595"/>
          <a:stretch/>
        </p:blipFill>
        <p:spPr>
          <a:xfrm rot="5400000">
            <a:off x="1890517" y="2776812"/>
            <a:ext cx="2619763" cy="4401878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89C7E8A-90F5-2B69-4A03-4E7DEA72E6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022" y="3190663"/>
            <a:ext cx="6062904" cy="3107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7933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Quelles sont les sources d’erreurs possibles ?"/>
          <p:cNvSpPr txBox="1">
            <a:spLocks noGrp="1"/>
          </p:cNvSpPr>
          <p:nvPr>
            <p:ph type="title"/>
          </p:nvPr>
        </p:nvSpPr>
        <p:spPr>
          <a:xfrm>
            <a:off x="609600" y="387350"/>
            <a:ext cx="10972800" cy="863600"/>
          </a:xfrm>
        </p:spPr>
        <p:txBody>
          <a:bodyPr>
            <a:normAutofit/>
          </a:bodyPr>
          <a:lstStyle/>
          <a:p>
            <a:r>
              <a:rPr lang="fr-FR" u="sng">
                <a:latin typeface="Arial Rounded MT Bold"/>
              </a:rPr>
              <a:t>Les sources d’erreurs possibles ?  </a:t>
            </a:r>
          </a:p>
        </p:txBody>
      </p:sp>
      <p:sp>
        <p:nvSpPr>
          <p:cNvPr id="182" name="Incertitudes sur le temps…"/>
          <p:cNvSpPr txBox="1"/>
          <p:nvPr/>
        </p:nvSpPr>
        <p:spPr>
          <a:xfrm>
            <a:off x="609600" y="1192324"/>
            <a:ext cx="10972801" cy="416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1219169">
              <a:spcBef>
                <a:spcPts val="1200"/>
              </a:spcBef>
              <a:buSzPct val="150000"/>
              <a:defRPr sz="4400"/>
            </a:pPr>
            <a:endParaRPr lang="fr-BE" sz="700" i="1"/>
          </a:p>
          <a:p>
            <a:pPr defTabSz="1219169">
              <a:spcBef>
                <a:spcPts val="1200"/>
              </a:spcBef>
              <a:buSzPct val="150000"/>
              <a:defRPr sz="4400"/>
            </a:pPr>
            <a:r>
              <a:rPr lang="fr-BE" sz="700"/>
              <a:t>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4121C4F-309D-A547-D2A4-EFCADDB0F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BE">
                <a:latin typeface="Arial Rounded MT Bold"/>
              </a:rPr>
              <a:t>Erreur de lecture des colonnes d'eau</a:t>
            </a:r>
          </a:p>
          <a:p>
            <a:r>
              <a:rPr lang="fr-BE">
                <a:latin typeface="Arial Rounded MT Bold"/>
              </a:rPr>
              <a:t>Imprécision sur le débit réel</a:t>
            </a:r>
          </a:p>
          <a:p>
            <a:r>
              <a:rPr lang="fr-BE">
                <a:latin typeface="Arial Rounded MT Bold"/>
              </a:rPr>
              <a:t>Mauvais serrage ou alignement de raccords</a:t>
            </a:r>
          </a:p>
          <a:p>
            <a:r>
              <a:rPr lang="fr-BE">
                <a:latin typeface="Arial Rounded MT Bold"/>
              </a:rPr>
              <a:t>Fuite ou bulle d'air dans le tube</a:t>
            </a:r>
          </a:p>
          <a:p>
            <a:r>
              <a:rPr lang="fr-BE">
                <a:latin typeface="Arial Rounded MT Bold"/>
              </a:rPr>
              <a:t>Répartition inégale du débit</a:t>
            </a:r>
          </a:p>
          <a:p>
            <a:r>
              <a:rPr lang="fr-FR">
                <a:latin typeface="Arial Rounded MT Bold" panose="020F0704030504030204" pitchFamily="34" charset="0"/>
              </a:rPr>
              <a:t>Rétrécissement local dû au dépôt d’étain lors du brasage</a:t>
            </a:r>
            <a:endParaRPr lang="fr-BE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7332-4746-B66E-B2F5-87C70ACE9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Quelles sont les sources d’erreurs possibles ?">
            <a:extLst>
              <a:ext uri="{FF2B5EF4-FFF2-40B4-BE49-F238E27FC236}">
                <a16:creationId xmlns:a16="http://schemas.microsoft.com/office/drawing/2014/main" id="{CB6D469D-BC43-29EE-B699-30FAB5DE58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387350"/>
            <a:ext cx="10972800" cy="863600"/>
          </a:xfrm>
        </p:spPr>
        <p:txBody>
          <a:bodyPr>
            <a:normAutofit/>
          </a:bodyPr>
          <a:lstStyle/>
          <a:p>
            <a:r>
              <a:rPr lang="fr-FR" u="sng">
                <a:latin typeface="Arial Rounded MT Bold"/>
              </a:rPr>
              <a:t>Les sources d’erreurs possibles ?  </a:t>
            </a:r>
          </a:p>
        </p:txBody>
      </p:sp>
      <p:sp>
        <p:nvSpPr>
          <p:cNvPr id="182" name="Incertitudes sur le temps…">
            <a:extLst>
              <a:ext uri="{FF2B5EF4-FFF2-40B4-BE49-F238E27FC236}">
                <a16:creationId xmlns:a16="http://schemas.microsoft.com/office/drawing/2014/main" id="{6A0140B0-CABA-F20C-31B7-33D42EF1D027}"/>
              </a:ext>
            </a:extLst>
          </p:cNvPr>
          <p:cNvSpPr txBox="1"/>
          <p:nvPr/>
        </p:nvSpPr>
        <p:spPr>
          <a:xfrm>
            <a:off x="609600" y="1192324"/>
            <a:ext cx="10972801" cy="4163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1219169">
              <a:spcBef>
                <a:spcPts val="1200"/>
              </a:spcBef>
              <a:buSzPct val="150000"/>
              <a:defRPr sz="4400"/>
            </a:pPr>
            <a:endParaRPr lang="fr-BE" sz="700" i="1"/>
          </a:p>
          <a:p>
            <a:pPr defTabSz="1219169">
              <a:spcBef>
                <a:spcPts val="1200"/>
              </a:spcBef>
              <a:buSzPct val="150000"/>
              <a:defRPr sz="4400"/>
            </a:pPr>
            <a:r>
              <a:rPr lang="fr-BE" sz="700"/>
              <a:t> 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49C1F0C-8E34-7944-D126-3C198D8C6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>
                <a:latin typeface="Arial Rounded MT Bold" panose="020F0704030504030204" pitchFamily="34" charset="0"/>
              </a:rPr>
              <a:t>Rétrécissement local dû au dépôt d’étain lors du brasage</a:t>
            </a:r>
          </a:p>
          <a:p>
            <a:endParaRPr lang="fr-FR">
              <a:latin typeface="Arial Rounded MT Bold" panose="020F0704030504030204" pitchFamily="34" charset="0"/>
            </a:endParaRPr>
          </a:p>
          <a:p>
            <a:endParaRPr lang="fr-FR">
              <a:latin typeface="Arial Rounded MT Bold" panose="020F0704030504030204" pitchFamily="34" charset="0"/>
            </a:endParaRPr>
          </a:p>
          <a:p>
            <a:r>
              <a:rPr lang="fr-FR">
                <a:latin typeface="Arial Rounded MT Bold" panose="020F0704030504030204" pitchFamily="34" charset="0"/>
              </a:rPr>
              <a:t>Écoulement non uniforme</a:t>
            </a:r>
          </a:p>
          <a:p>
            <a:r>
              <a:rPr lang="fr-FR">
                <a:latin typeface="Arial Rounded MT Bold" panose="020F0704030504030204" pitchFamily="34" charset="0"/>
              </a:rPr>
              <a:t>Variation de rugosité du conduit</a:t>
            </a:r>
          </a:p>
          <a:p>
            <a:r>
              <a:rPr lang="fr-FR">
                <a:latin typeface="Arial Rounded MT Bold" panose="020F0704030504030204" pitchFamily="34" charset="0"/>
              </a:rPr>
              <a:t>Fluide incompressible et température constante</a:t>
            </a:r>
          </a:p>
          <a:p>
            <a:endParaRPr lang="fr-BE">
              <a:latin typeface="Arial Rounded MT Bold" panose="020F07040305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069B894-65FB-5F23-CF42-B649DA2B5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247" y="2490664"/>
            <a:ext cx="5150297" cy="19528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B574C5B-B8C8-C618-C1E7-EB5863421F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730" b="29597"/>
          <a:stretch/>
        </p:blipFill>
        <p:spPr>
          <a:xfrm>
            <a:off x="6565604" y="2631558"/>
            <a:ext cx="2198000" cy="6645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D523D46-5A7F-2F81-0647-F8B26FAC1D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412" t="21064" r="11894"/>
          <a:stretch/>
        </p:blipFill>
        <p:spPr>
          <a:xfrm>
            <a:off x="4788922" y="2594344"/>
            <a:ext cx="1215147" cy="51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7253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Comment améliorer la précision des résultats ?"/>
          <p:cNvSpPr txBox="1">
            <a:spLocks noGrp="1"/>
          </p:cNvSpPr>
          <p:nvPr>
            <p:ph type="title"/>
          </p:nvPr>
        </p:nvSpPr>
        <p:spPr>
          <a:xfrm>
            <a:off x="609600" y="203736"/>
            <a:ext cx="10972800" cy="863600"/>
          </a:xfrm>
        </p:spPr>
        <p:txBody>
          <a:bodyPr vert="horz" lIns="25400" tIns="25400" rIns="25400" bIns="25400" rtlCol="0" anchor="ctr">
            <a:noAutofit/>
          </a:bodyPr>
          <a:lstStyle/>
          <a:p>
            <a:pPr algn="ctr"/>
            <a:r>
              <a:rPr lang="fr-FR" sz="3200" u="sng" spc="-42">
                <a:latin typeface="Arial Rounded MT Bold"/>
                <a:ea typeface="+mn-ea"/>
                <a:cs typeface="+mn-cs"/>
                <a:sym typeface="Canela Bold"/>
              </a:rPr>
              <a:t>Comment améliorer la précision des résultats ?</a:t>
            </a:r>
            <a:endParaRPr lang="fr-FR" sz="3200" u="sng">
              <a:latin typeface="Arial Rounded MT Bold"/>
              <a:ea typeface="+mn-ea"/>
              <a:cs typeface="+mn-cs"/>
            </a:endParaRPr>
          </a:p>
        </p:txBody>
      </p:sp>
      <p:sp>
        <p:nvSpPr>
          <p:cNvPr id="185" name="Augmenter le nombre de tours…"/>
          <p:cNvSpPr txBox="1"/>
          <p:nvPr/>
        </p:nvSpPr>
        <p:spPr>
          <a:xfrm>
            <a:off x="692389" y="1602454"/>
            <a:ext cx="9840568" cy="1160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t">
            <a:normAutofit/>
          </a:bodyPr>
          <a:lstStyle/>
          <a:p>
            <a:pPr algn="ctr" defTabSz="1219169">
              <a:spcBef>
                <a:spcPts val="1200"/>
              </a:spcBef>
              <a:buSzPct val="150000"/>
              <a:defRPr sz="4400"/>
            </a:pPr>
            <a:endParaRPr sz="2200">
              <a:latin typeface="Arial Rounded MT Bold"/>
            </a:endParaRPr>
          </a:p>
        </p:txBody>
      </p:sp>
      <p:sp>
        <p:nvSpPr>
          <p:cNvPr id="190" name="Text Placeholder 3">
            <a:extLst>
              <a:ext uri="{FF2B5EF4-FFF2-40B4-BE49-F238E27FC236}">
                <a16:creationId xmlns:a16="http://schemas.microsoft.com/office/drawing/2014/main" id="{DBAC4C3A-E416-5F23-180E-3ED5282C5B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9431" y="1065420"/>
            <a:ext cx="10972801" cy="41630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u="sng">
                <a:latin typeface="Arial Rounded MT Bold"/>
              </a:rPr>
              <a:t>Sans budget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90DE212-5E73-533F-C720-1DAFA03404C6}"/>
              </a:ext>
            </a:extLst>
          </p:cNvPr>
          <p:cNvSpPr txBox="1"/>
          <p:nvPr/>
        </p:nvSpPr>
        <p:spPr>
          <a:xfrm>
            <a:off x="692227" y="3378100"/>
            <a:ext cx="10446026" cy="4944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algn="ctr" defTabSz="1219200" hangingPunct="0">
              <a:lnSpc>
                <a:spcPct val="90000"/>
              </a:lnSpc>
            </a:pPr>
            <a:r>
              <a:rPr lang="fr-BE" sz="2100">
                <a:latin typeface="Arial Rounded MT Bold"/>
              </a:rPr>
              <a:t>        </a:t>
            </a:r>
            <a:r>
              <a:rPr lang="fr-BE" sz="3200" u="sng">
                <a:latin typeface="Arial Rounded MT Bold"/>
              </a:rPr>
              <a:t>Avec budget</a:t>
            </a:r>
          </a:p>
        </p:txBody>
      </p:sp>
      <p:sp>
        <p:nvSpPr>
          <p:cNvPr id="4" name="Augmenter le nombre de tours…">
            <a:extLst>
              <a:ext uri="{FF2B5EF4-FFF2-40B4-BE49-F238E27FC236}">
                <a16:creationId xmlns:a16="http://schemas.microsoft.com/office/drawing/2014/main" id="{92B8A4D3-0E2D-6C18-C755-E33ACBD702A4}"/>
              </a:ext>
            </a:extLst>
          </p:cNvPr>
          <p:cNvSpPr txBox="1"/>
          <p:nvPr/>
        </p:nvSpPr>
        <p:spPr>
          <a:xfrm>
            <a:off x="802556" y="3924320"/>
            <a:ext cx="10578817" cy="2322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t">
            <a:noAutofit/>
          </a:bodyPr>
          <a:lstStyle/>
          <a:p>
            <a:pPr algn="ctr" defTabSz="1219169">
              <a:spcBef>
                <a:spcPts val="1200"/>
              </a:spcBef>
              <a:buSzPct val="150000"/>
              <a:defRPr sz="4400"/>
            </a:pPr>
            <a:endParaRPr lang="fr-FR" sz="2000">
              <a:latin typeface="Arial Rounded MT Bold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623FD78-1154-9F7F-2127-4168E1A3D2C5}"/>
              </a:ext>
            </a:extLst>
          </p:cNvPr>
          <p:cNvSpPr txBox="1"/>
          <p:nvPr/>
        </p:nvSpPr>
        <p:spPr>
          <a:xfrm>
            <a:off x="884903" y="4289651"/>
            <a:ext cx="99109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800">
                <a:latin typeface="Arial Rounded MT Bold"/>
              </a:rPr>
              <a:t>Mettre un système de lecture plus adapté de la hauteur des colonnes d’eau: </a:t>
            </a:r>
          </a:p>
          <a:p>
            <a:r>
              <a:rPr lang="fr-FR">
                <a:latin typeface="Arial Rounded MT Bold"/>
              </a:rPr>
              <a:t>Par exemple utiliser des tubes ou un tableau avec des graduations imprimées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>
                <a:latin typeface="Arial Rounded MT Bold"/>
              </a:rPr>
              <a:t>Utiliser un dispositif de mesure numérique/digitale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>
                <a:latin typeface="Arial Rounded MT Bold"/>
              </a:rPr>
              <a:t>Raccord bien usiné (éviter l’étain dedans)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>
              <a:latin typeface="Arial Rounded MT Bo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>
              <a:latin typeface="Arial Rounded MT Bo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>
              <a:latin typeface="Arial Rounded MT Bold"/>
            </a:endParaRPr>
          </a:p>
          <a:p>
            <a:r>
              <a:rPr lang="fr-FR">
                <a:latin typeface="Arial Rounded MT Bold"/>
              </a:rPr>
              <a:t>                                        </a:t>
            </a:r>
            <a:endParaRPr lang="fr-BE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62B20D-B528-7E30-52A1-EAAAC679DECF}"/>
              </a:ext>
            </a:extLst>
          </p:cNvPr>
          <p:cNvSpPr txBox="1"/>
          <p:nvPr/>
        </p:nvSpPr>
        <p:spPr>
          <a:xfrm>
            <a:off x="810627" y="1922687"/>
            <a:ext cx="92226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sz="1800">
                <a:latin typeface="Arial Rounded MT Bold"/>
              </a:rPr>
              <a:t>Multiplier le nombre d’essais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err="1">
                <a:latin typeface="Arial Rounded MT Bold"/>
              </a:rPr>
              <a:t>Standarisation</a:t>
            </a:r>
            <a:r>
              <a:rPr lang="fr-FR">
                <a:latin typeface="Arial Rounded MT Bold"/>
              </a:rPr>
              <a:t> des mesures : définir un état de référence absolu pour éviter les erreurs de lecture entre les essais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 sz="1800">
                <a:latin typeface="Arial Rounded MT Bold"/>
              </a:rPr>
              <a:t>Nettoyer les conduites avant l’expérience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BE">
                <a:latin typeface="Arial Rounded MT Bold"/>
              </a:rPr>
              <a:t>Tester la perte de charge d’un élément à la fois</a:t>
            </a:r>
            <a:endParaRPr lang="fr-BE" sz="1800">
              <a:latin typeface="Arial Rounded MT Bold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BE" sz="1800">
              <a:latin typeface="Arial Rounded MT Bold"/>
            </a:endParaRPr>
          </a:p>
          <a:p>
            <a:endParaRPr lang="fr-BE"/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7121AC-4713-9351-97C8-1366F79C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7349"/>
            <a:ext cx="13470194" cy="4902406"/>
          </a:xfrm>
        </p:spPr>
        <p:txBody>
          <a:bodyPr>
            <a:noAutofit/>
          </a:bodyPr>
          <a:lstStyle/>
          <a:p>
            <a:r>
              <a:rPr lang="fr-BE" sz="9600">
                <a:latin typeface="Arial Rounded MT Bold"/>
              </a:rPr>
              <a:t>		Conclusion</a:t>
            </a:r>
            <a:r>
              <a:rPr lang="fr-BE" sz="9600" u="sng">
                <a:latin typeface="Arial Rounded MT Bold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756752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463</Words>
  <Application>Microsoft Office PowerPoint</Application>
  <PresentationFormat>Grand écran</PresentationFormat>
  <Paragraphs>95</Paragraphs>
  <Slides>18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8" baseType="lpstr">
      <vt:lpstr>Aptos</vt:lpstr>
      <vt:lpstr>Arial</vt:lpstr>
      <vt:lpstr>Arial Rounded MT Bold</vt:lpstr>
      <vt:lpstr>Avenir Next Demi Bold</vt:lpstr>
      <vt:lpstr>Calibri</vt:lpstr>
      <vt:lpstr>Modern Love</vt:lpstr>
      <vt:lpstr>The Hand</vt:lpstr>
      <vt:lpstr>Times New Roman</vt:lpstr>
      <vt:lpstr>Wingdings</vt:lpstr>
      <vt:lpstr>SketchyVTI</vt:lpstr>
      <vt:lpstr>Laboratoire de mécanique des fluides</vt:lpstr>
      <vt:lpstr>              Index</vt:lpstr>
      <vt:lpstr>Objectif du laboratoire ? </vt:lpstr>
      <vt:lpstr>L’expérience </vt:lpstr>
      <vt:lpstr>Circuit complet ( schéma) </vt:lpstr>
      <vt:lpstr>Détail circuit gauche</vt:lpstr>
      <vt:lpstr>Détail circuit droite</vt:lpstr>
      <vt:lpstr>Les formules</vt:lpstr>
      <vt:lpstr>Droites de charges circuit gauche debit max</vt:lpstr>
      <vt:lpstr>Droites de charges circuit gauche debit demi</vt:lpstr>
      <vt:lpstr>Résultat Circuit gauche</vt:lpstr>
      <vt:lpstr>Droites de charges circuit droite debit plein</vt:lpstr>
      <vt:lpstr>Droites de charges circuit droite debit demi</vt:lpstr>
      <vt:lpstr>Résultat Circuit droit</vt:lpstr>
      <vt:lpstr>Les sources d’erreurs possibles ?  </vt:lpstr>
      <vt:lpstr>Les sources d’erreurs possibles ?  </vt:lpstr>
      <vt:lpstr>Comment améliorer la précision des résultats ?</vt:lpstr>
      <vt:lpstr> 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Sabir Adda</dc:creator>
  <cp:lastModifiedBy>Sabir Adda</cp:lastModifiedBy>
  <cp:revision>2</cp:revision>
  <dcterms:created xsi:type="dcterms:W3CDTF">2024-09-26T09:41:30Z</dcterms:created>
  <dcterms:modified xsi:type="dcterms:W3CDTF">2025-04-08T18:05:50Z</dcterms:modified>
</cp:coreProperties>
</file>